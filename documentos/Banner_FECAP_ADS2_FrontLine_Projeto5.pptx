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4946EF-F75B-4558-B093-56D0DB5ADD97}" v="13" dt="2025-11-10T22:51:45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878" y="158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zo Ribeiro" userId="f9f7ea07fcd4c2ea" providerId="LiveId" clId="{CDAD0CA6-2812-4D57-8AB3-CC3992266768}"/>
    <pc:docChg chg="undo custSel modSld">
      <pc:chgData name="Enzo Ribeiro" userId="f9f7ea07fcd4c2ea" providerId="LiveId" clId="{CDAD0CA6-2812-4D57-8AB3-CC3992266768}" dt="2025-11-10T22:56:30.764" v="939" actId="20577"/>
      <pc:docMkLst>
        <pc:docMk/>
      </pc:docMkLst>
      <pc:sldChg chg="addSp delSp modSp mod">
        <pc:chgData name="Enzo Ribeiro" userId="f9f7ea07fcd4c2ea" providerId="LiveId" clId="{CDAD0CA6-2812-4D57-8AB3-CC3992266768}" dt="2025-11-10T22:56:30.764" v="939" actId="20577"/>
        <pc:sldMkLst>
          <pc:docMk/>
          <pc:sldMk cId="2544194372" sldId="260"/>
        </pc:sldMkLst>
        <pc:spChg chg="add del mod">
          <ac:chgData name="Enzo Ribeiro" userId="f9f7ea07fcd4c2ea" providerId="LiveId" clId="{CDAD0CA6-2812-4D57-8AB3-CC3992266768}" dt="2025-11-10T22:56:30.764" v="939" actId="20577"/>
          <ac:spMkLst>
            <pc:docMk/>
            <pc:sldMk cId="2544194372" sldId="260"/>
            <ac:spMk id="2" creationId="{A584AD84-C68C-68B6-E7C1-1D0E2FA735DD}"/>
          </ac:spMkLst>
        </pc:spChg>
        <pc:spChg chg="mod">
          <ac:chgData name="Enzo Ribeiro" userId="f9f7ea07fcd4c2ea" providerId="LiveId" clId="{CDAD0CA6-2812-4D57-8AB3-CC3992266768}" dt="2025-11-03T17:51:38.825" v="733"/>
          <ac:spMkLst>
            <pc:docMk/>
            <pc:sldMk cId="2544194372" sldId="260"/>
            <ac:spMk id="4" creationId="{6D4C09D9-51BE-953B-669D-23F72BD2F12D}"/>
          </ac:spMkLst>
        </pc:spChg>
        <pc:spChg chg="mod">
          <ac:chgData name="Enzo Ribeiro" userId="f9f7ea07fcd4c2ea" providerId="LiveId" clId="{CDAD0CA6-2812-4D57-8AB3-CC3992266768}" dt="2025-11-10T22:51:45.242" v="921"/>
          <ac:spMkLst>
            <pc:docMk/>
            <pc:sldMk cId="2544194372" sldId="260"/>
            <ac:spMk id="7" creationId="{C1758913-C53F-99C8-A545-3D8DE7E0ED34}"/>
          </ac:spMkLst>
        </pc:spChg>
        <pc:spChg chg="mod">
          <ac:chgData name="Enzo Ribeiro" userId="f9f7ea07fcd4c2ea" providerId="LiveId" clId="{CDAD0CA6-2812-4D57-8AB3-CC3992266768}" dt="2025-11-10T22:51:36.639" v="920" actId="255"/>
          <ac:spMkLst>
            <pc:docMk/>
            <pc:sldMk cId="2544194372" sldId="260"/>
            <ac:spMk id="8" creationId="{AE19C662-D68A-6035-2E4C-978100FAE83F}"/>
          </ac:spMkLst>
        </pc:spChg>
        <pc:spChg chg="add del mod">
          <ac:chgData name="Enzo Ribeiro" userId="f9f7ea07fcd4c2ea" providerId="LiveId" clId="{CDAD0CA6-2812-4D57-8AB3-CC3992266768}" dt="2025-11-10T22:50:14.761" v="909" actId="478"/>
          <ac:spMkLst>
            <pc:docMk/>
            <pc:sldMk cId="2544194372" sldId="260"/>
            <ac:spMk id="27" creationId="{F9DE6C96-A6AC-EE22-5AB3-2A0A39CD0BF5}"/>
          </ac:spMkLst>
        </pc:spChg>
        <pc:spChg chg="add del mod">
          <ac:chgData name="Enzo Ribeiro" userId="f9f7ea07fcd4c2ea" providerId="LiveId" clId="{CDAD0CA6-2812-4D57-8AB3-CC3992266768}" dt="2025-11-10T22:50:14.761" v="909" actId="478"/>
          <ac:spMkLst>
            <pc:docMk/>
            <pc:sldMk cId="2544194372" sldId="260"/>
            <ac:spMk id="28" creationId="{4EFC1E5D-2DD7-D82A-7F8A-A7903761A934}"/>
          </ac:spMkLst>
        </pc:spChg>
        <pc:spChg chg="add del mod">
          <ac:chgData name="Enzo Ribeiro" userId="f9f7ea07fcd4c2ea" providerId="LiveId" clId="{CDAD0CA6-2812-4D57-8AB3-CC3992266768}" dt="2025-11-10T22:50:14.761" v="909" actId="478"/>
          <ac:spMkLst>
            <pc:docMk/>
            <pc:sldMk cId="2544194372" sldId="260"/>
            <ac:spMk id="30" creationId="{1FD3AF51-EADC-FC07-52DA-E72DACA275EA}"/>
          </ac:spMkLst>
        </pc:spChg>
        <pc:spChg chg="add del mod">
          <ac:chgData name="Enzo Ribeiro" userId="f9f7ea07fcd4c2ea" providerId="LiveId" clId="{CDAD0CA6-2812-4D57-8AB3-CC3992266768}" dt="2025-11-10T22:50:14.761" v="909" actId="478"/>
          <ac:spMkLst>
            <pc:docMk/>
            <pc:sldMk cId="2544194372" sldId="260"/>
            <ac:spMk id="31" creationId="{0D0724BD-1D7D-34F2-0E2E-AAB0D51D3A3D}"/>
          </ac:spMkLst>
        </pc:spChg>
        <pc:spChg chg="add del mod">
          <ac:chgData name="Enzo Ribeiro" userId="f9f7ea07fcd4c2ea" providerId="LiveId" clId="{CDAD0CA6-2812-4D57-8AB3-CC3992266768}" dt="2025-11-10T22:50:08.029" v="908" actId="478"/>
          <ac:spMkLst>
            <pc:docMk/>
            <pc:sldMk cId="2544194372" sldId="260"/>
            <ac:spMk id="35" creationId="{833FE777-126C-65F4-4FBD-F2F4E06331ED}"/>
          </ac:spMkLst>
        </pc:spChg>
        <pc:spChg chg="add del">
          <ac:chgData name="Enzo Ribeiro" userId="f9f7ea07fcd4c2ea" providerId="LiveId" clId="{CDAD0CA6-2812-4D57-8AB3-CC3992266768}" dt="2025-11-10T22:50:20.949" v="911" actId="22"/>
          <ac:spMkLst>
            <pc:docMk/>
            <pc:sldMk cId="2544194372" sldId="260"/>
            <ac:spMk id="37" creationId="{8C61F510-9BE3-FBD1-7EB7-6564B90E1A76}"/>
          </ac:spMkLst>
        </pc:spChg>
        <pc:spChg chg="add mod">
          <ac:chgData name="Enzo Ribeiro" userId="f9f7ea07fcd4c2ea" providerId="LiveId" clId="{CDAD0CA6-2812-4D57-8AB3-CC3992266768}" dt="2025-11-10T22:51:15.206" v="918" actId="1076"/>
          <ac:spMkLst>
            <pc:docMk/>
            <pc:sldMk cId="2544194372" sldId="260"/>
            <ac:spMk id="38" creationId="{E7416FEB-3776-3D09-AC3F-C74620691E78}"/>
          </ac:spMkLst>
        </pc:spChg>
        <pc:spChg chg="mod">
          <ac:chgData name="Enzo Ribeiro" userId="f9f7ea07fcd4c2ea" providerId="LiveId" clId="{CDAD0CA6-2812-4D57-8AB3-CC3992266768}" dt="2025-11-03T04:42:37.264" v="301" actId="20577"/>
          <ac:spMkLst>
            <pc:docMk/>
            <pc:sldMk cId="2544194372" sldId="260"/>
            <ac:spMk id="4100" creationId="{00000000-0000-0000-0000-000000000000}"/>
          </ac:spMkLst>
        </pc:spChg>
        <pc:spChg chg="del mod">
          <ac:chgData name="Enzo Ribeiro" userId="f9f7ea07fcd4c2ea" providerId="LiveId" clId="{CDAD0CA6-2812-4D57-8AB3-CC3992266768}" dt="2025-11-10T22:50:04.174" v="905" actId="478"/>
          <ac:spMkLst>
            <pc:docMk/>
            <pc:sldMk cId="2544194372" sldId="260"/>
            <ac:spMk id="4102" creationId="{00000000-0000-0000-0000-000000000000}"/>
          </ac:spMkLst>
        </pc:spChg>
        <pc:spChg chg="mod">
          <ac:chgData name="Enzo Ribeiro" userId="f9f7ea07fcd4c2ea" providerId="LiveId" clId="{CDAD0CA6-2812-4D57-8AB3-CC3992266768}" dt="2025-11-03T04:34:31.253" v="29" actId="20577"/>
          <ac:spMkLst>
            <pc:docMk/>
            <pc:sldMk cId="2544194372" sldId="260"/>
            <ac:spMk id="4108" creationId="{00000000-0000-0000-0000-000000000000}"/>
          </ac:spMkLst>
        </pc:spChg>
        <pc:spChg chg="mod">
          <ac:chgData name="Enzo Ribeiro" userId="f9f7ea07fcd4c2ea" providerId="LiveId" clId="{CDAD0CA6-2812-4D57-8AB3-CC3992266768}" dt="2025-11-03T04:32:37.289" v="3" actId="20577"/>
          <ac:spMkLst>
            <pc:docMk/>
            <pc:sldMk cId="2544194372" sldId="260"/>
            <ac:spMk id="4109" creationId="{00000000-0000-0000-0000-000000000000}"/>
          </ac:spMkLst>
        </pc:spChg>
        <pc:picChg chg="add mod">
          <ac:chgData name="Enzo Ribeiro" userId="f9f7ea07fcd4c2ea" providerId="LiveId" clId="{CDAD0CA6-2812-4D57-8AB3-CC3992266768}" dt="2025-11-10T22:41:31.092" v="841" actId="571"/>
          <ac:picMkLst>
            <pc:docMk/>
            <pc:sldMk cId="2544194372" sldId="260"/>
            <ac:picMk id="3" creationId="{95536DBE-A6BE-343B-FFEA-14EC2DBB1B13}"/>
          </ac:picMkLst>
        </pc:picChg>
        <pc:picChg chg="mod">
          <ac:chgData name="Enzo Ribeiro" userId="f9f7ea07fcd4c2ea" providerId="LiveId" clId="{CDAD0CA6-2812-4D57-8AB3-CC3992266768}" dt="2025-11-10T22:41:36.325" v="843" actId="1076"/>
          <ac:picMkLst>
            <pc:docMk/>
            <pc:sldMk cId="2544194372" sldId="260"/>
            <ac:picMk id="6" creationId="{F65B9183-D015-4EDA-BC8C-5077C4505C15}"/>
          </ac:picMkLst>
        </pc:picChg>
        <pc:picChg chg="add del mod">
          <ac:chgData name="Enzo Ribeiro" userId="f9f7ea07fcd4c2ea" providerId="LiveId" clId="{CDAD0CA6-2812-4D57-8AB3-CC3992266768}" dt="2025-11-10T22:50:14.761" v="909" actId="478"/>
          <ac:picMkLst>
            <pc:docMk/>
            <pc:sldMk cId="2544194372" sldId="260"/>
            <ac:picMk id="9" creationId="{2F5633EE-875C-27FB-36D6-D707B3965781}"/>
          </ac:picMkLst>
        </pc:picChg>
        <pc:picChg chg="mod">
          <ac:chgData name="Enzo Ribeiro" userId="f9f7ea07fcd4c2ea" providerId="LiveId" clId="{CDAD0CA6-2812-4D57-8AB3-CC3992266768}" dt="2025-11-10T22:55:30.918" v="934" actId="1076"/>
          <ac:picMkLst>
            <pc:docMk/>
            <pc:sldMk cId="2544194372" sldId="260"/>
            <ac:picMk id="11" creationId="{C36539B3-03B4-9E15-C22B-94F5A2E54A48}"/>
          </ac:picMkLst>
        </pc:picChg>
        <pc:picChg chg="mod">
          <ac:chgData name="Enzo Ribeiro" userId="f9f7ea07fcd4c2ea" providerId="LiveId" clId="{CDAD0CA6-2812-4D57-8AB3-CC3992266768}" dt="2025-11-10T22:55:28.769" v="933" actId="1076"/>
          <ac:picMkLst>
            <pc:docMk/>
            <pc:sldMk cId="2544194372" sldId="260"/>
            <ac:picMk id="12" creationId="{F265727C-35EA-9DFA-0973-7707DC71EAEC}"/>
          </ac:picMkLst>
        </pc:picChg>
        <pc:picChg chg="mod">
          <ac:chgData name="Enzo Ribeiro" userId="f9f7ea07fcd4c2ea" providerId="LiveId" clId="{CDAD0CA6-2812-4D57-8AB3-CC3992266768}" dt="2025-11-10T22:55:23.612" v="932" actId="1076"/>
          <ac:picMkLst>
            <pc:docMk/>
            <pc:sldMk cId="2544194372" sldId="260"/>
            <ac:picMk id="13" creationId="{004D8512-6DEA-0B0B-63E3-A7017472BDB0}"/>
          </ac:picMkLst>
        </pc:picChg>
        <pc:picChg chg="mod">
          <ac:chgData name="Enzo Ribeiro" userId="f9f7ea07fcd4c2ea" providerId="LiveId" clId="{CDAD0CA6-2812-4D57-8AB3-CC3992266768}" dt="2025-11-10T22:54:46.545" v="926" actId="1076"/>
          <ac:picMkLst>
            <pc:docMk/>
            <pc:sldMk cId="2544194372" sldId="260"/>
            <ac:picMk id="14" creationId="{BE7B6F3C-F476-EDA2-311E-8DA8C3BBBA16}"/>
          </ac:picMkLst>
        </pc:picChg>
        <pc:picChg chg="mod">
          <ac:chgData name="Enzo Ribeiro" userId="f9f7ea07fcd4c2ea" providerId="LiveId" clId="{CDAD0CA6-2812-4D57-8AB3-CC3992266768}" dt="2025-11-10T22:55:09.352" v="929" actId="1076"/>
          <ac:picMkLst>
            <pc:docMk/>
            <pc:sldMk cId="2544194372" sldId="260"/>
            <ac:picMk id="15" creationId="{31366770-2457-D40F-603F-BB4428389EC6}"/>
          </ac:picMkLst>
        </pc:picChg>
        <pc:picChg chg="add mod">
          <ac:chgData name="Enzo Ribeiro" userId="f9f7ea07fcd4c2ea" providerId="LiveId" clId="{CDAD0CA6-2812-4D57-8AB3-CC3992266768}" dt="2025-11-10T22:41:31.092" v="841" actId="571"/>
          <ac:picMkLst>
            <pc:docMk/>
            <pc:sldMk cId="2544194372" sldId="260"/>
            <ac:picMk id="16" creationId="{A932CAEA-8383-AEB6-E990-CDC34FFC06A3}"/>
          </ac:picMkLst>
        </pc:picChg>
        <pc:picChg chg="mod">
          <ac:chgData name="Enzo Ribeiro" userId="f9f7ea07fcd4c2ea" providerId="LiveId" clId="{CDAD0CA6-2812-4D57-8AB3-CC3992266768}" dt="2025-11-10T22:54:18.116" v="923" actId="1076"/>
          <ac:picMkLst>
            <pc:docMk/>
            <pc:sldMk cId="2544194372" sldId="260"/>
            <ac:picMk id="17" creationId="{BF4471B5-57EB-4844-928D-DCF9ED7AF6F5}"/>
          </ac:picMkLst>
        </pc:picChg>
        <pc:picChg chg="add mod">
          <ac:chgData name="Enzo Ribeiro" userId="f9f7ea07fcd4c2ea" providerId="LiveId" clId="{CDAD0CA6-2812-4D57-8AB3-CC3992266768}" dt="2025-11-10T22:41:31.092" v="841" actId="571"/>
          <ac:picMkLst>
            <pc:docMk/>
            <pc:sldMk cId="2544194372" sldId="260"/>
            <ac:picMk id="18" creationId="{372CD4F5-E218-18CC-F840-4FDF6578709F}"/>
          </ac:picMkLst>
        </pc:picChg>
        <pc:picChg chg="mod">
          <ac:chgData name="Enzo Ribeiro" userId="f9f7ea07fcd4c2ea" providerId="LiveId" clId="{CDAD0CA6-2812-4D57-8AB3-CC3992266768}" dt="2025-11-10T22:54:43.851" v="925" actId="1076"/>
          <ac:picMkLst>
            <pc:docMk/>
            <pc:sldMk cId="2544194372" sldId="260"/>
            <ac:picMk id="19" creationId="{1652BFF4-CD39-4D8B-CDB6-2EEBEA3ABE34}"/>
          </ac:picMkLst>
        </pc:picChg>
        <pc:picChg chg="add del mod">
          <ac:chgData name="Enzo Ribeiro" userId="f9f7ea07fcd4c2ea" providerId="LiveId" clId="{CDAD0CA6-2812-4D57-8AB3-CC3992266768}" dt="2025-11-10T22:50:14.761" v="909" actId="478"/>
          <ac:picMkLst>
            <pc:docMk/>
            <pc:sldMk cId="2544194372" sldId="260"/>
            <ac:picMk id="20" creationId="{91AD46E0-7E4A-4BF4-4C3A-8FC981CEA3AF}"/>
          </ac:picMkLst>
        </pc:picChg>
        <pc:picChg chg="add mod">
          <ac:chgData name="Enzo Ribeiro" userId="f9f7ea07fcd4c2ea" providerId="LiveId" clId="{CDAD0CA6-2812-4D57-8AB3-CC3992266768}" dt="2025-11-10T22:41:31.092" v="841" actId="571"/>
          <ac:picMkLst>
            <pc:docMk/>
            <pc:sldMk cId="2544194372" sldId="260"/>
            <ac:picMk id="21" creationId="{A8A462D9-542F-7C09-1BC4-6743BD57130A}"/>
          </ac:picMkLst>
        </pc:picChg>
        <pc:picChg chg="add del mod">
          <ac:chgData name="Enzo Ribeiro" userId="f9f7ea07fcd4c2ea" providerId="LiveId" clId="{CDAD0CA6-2812-4D57-8AB3-CC3992266768}" dt="2025-11-10T22:50:14.761" v="909" actId="478"/>
          <ac:picMkLst>
            <pc:docMk/>
            <pc:sldMk cId="2544194372" sldId="260"/>
            <ac:picMk id="23" creationId="{477B4CEF-8B65-BD40-07B4-86CACCB9200F}"/>
          </ac:picMkLst>
        </pc:picChg>
        <pc:picChg chg="add mod">
          <ac:chgData name="Enzo Ribeiro" userId="f9f7ea07fcd4c2ea" providerId="LiveId" clId="{CDAD0CA6-2812-4D57-8AB3-CC3992266768}" dt="2025-11-10T22:55:52.613" v="936" actId="14100"/>
          <ac:picMkLst>
            <pc:docMk/>
            <pc:sldMk cId="2544194372" sldId="260"/>
            <ac:picMk id="24" creationId="{F2004384-96DB-EA09-D0EF-B0661EFA7B1C}"/>
          </ac:picMkLst>
        </pc:picChg>
        <pc:picChg chg="add del mod">
          <ac:chgData name="Enzo Ribeiro" userId="f9f7ea07fcd4c2ea" providerId="LiveId" clId="{CDAD0CA6-2812-4D57-8AB3-CC3992266768}" dt="2025-11-10T22:50:05.359" v="906" actId="478"/>
          <ac:picMkLst>
            <pc:docMk/>
            <pc:sldMk cId="2544194372" sldId="260"/>
            <ac:picMk id="25" creationId="{B1787FF8-F3B8-5016-2E54-1D9A2AFE82AB}"/>
          </ac:picMkLst>
        </pc:picChg>
        <pc:picChg chg="add mod">
          <ac:chgData name="Enzo Ribeiro" userId="f9f7ea07fcd4c2ea" providerId="LiveId" clId="{CDAD0CA6-2812-4D57-8AB3-CC3992266768}" dt="2025-11-10T22:56:02.919" v="938" actId="1076"/>
          <ac:picMkLst>
            <pc:docMk/>
            <pc:sldMk cId="2544194372" sldId="260"/>
            <ac:picMk id="32" creationId="{613634C8-BDB1-7310-58D3-404A9B6F74C6}"/>
          </ac:picMkLst>
        </pc:picChg>
        <pc:picChg chg="add mod">
          <ac:chgData name="Enzo Ribeiro" userId="f9f7ea07fcd4c2ea" providerId="LiveId" clId="{CDAD0CA6-2812-4D57-8AB3-CC3992266768}" dt="2025-11-10T22:56:00.400" v="937" actId="1076"/>
          <ac:picMkLst>
            <pc:docMk/>
            <pc:sldMk cId="2544194372" sldId="260"/>
            <ac:picMk id="34" creationId="{9E7FDCD3-D33A-A6FE-C2B8-AA4BA081B2AC}"/>
          </ac:picMkLst>
        </pc:picChg>
        <pc:picChg chg="add mod">
          <ac:chgData name="Enzo Ribeiro" userId="f9f7ea07fcd4c2ea" providerId="LiveId" clId="{CDAD0CA6-2812-4D57-8AB3-CC3992266768}" dt="2025-11-10T22:55:45.160" v="935" actId="1076"/>
          <ac:picMkLst>
            <pc:docMk/>
            <pc:sldMk cId="2544194372" sldId="260"/>
            <ac:picMk id="39" creationId="{47EC7B2E-1438-6CA5-CD4E-2C1A1D0E8A4D}"/>
          </ac:picMkLst>
        </pc:picChg>
        <pc:picChg chg="add del mod">
          <ac:chgData name="Enzo Ribeiro" userId="f9f7ea07fcd4c2ea" providerId="LiveId" clId="{CDAD0CA6-2812-4D57-8AB3-CC3992266768}" dt="2025-11-10T22:43:57.740" v="854" actId="478"/>
          <ac:picMkLst>
            <pc:docMk/>
            <pc:sldMk cId="2544194372" sldId="260"/>
            <ac:picMk id="41" creationId="{34C11D19-B776-08FA-8D71-EC325ABF08D1}"/>
          </ac:picMkLst>
        </pc:picChg>
        <pc:picChg chg="add del mod">
          <ac:chgData name="Enzo Ribeiro" userId="f9f7ea07fcd4c2ea" providerId="LiveId" clId="{CDAD0CA6-2812-4D57-8AB3-CC3992266768}" dt="2025-11-10T22:41:52.286" v="845" actId="478"/>
          <ac:picMkLst>
            <pc:docMk/>
            <pc:sldMk cId="2544194372" sldId="260"/>
            <ac:picMk id="43" creationId="{89F40BDF-BBD6-AB2A-4AFA-121BD6878340}"/>
          </ac:picMkLst>
        </pc:picChg>
        <pc:picChg chg="add del mod">
          <ac:chgData name="Enzo Ribeiro" userId="f9f7ea07fcd4c2ea" providerId="LiveId" clId="{CDAD0CA6-2812-4D57-8AB3-CC3992266768}" dt="2025-11-10T22:46:15.778" v="889" actId="478"/>
          <ac:picMkLst>
            <pc:docMk/>
            <pc:sldMk cId="2544194372" sldId="260"/>
            <ac:picMk id="45" creationId="{3A7CD76A-527F-6733-744A-F5AB970881F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BR"/>
          </a:p>
        </p:txBody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5" y="21295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Alunos: Enzo Ribeiro; Rikelmy Anacleto; Lucas Camargo; Matheus Andreo.</a:t>
            </a:r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FrontLine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437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 O Instituto Alma realizava diversas ações solidárias e projetos sociais, porém não possuía um site para divulgar suas atividades, facilitar doações ou manter transparência com a comunidade. A ausência de uma plataforma digital dificultava a comunicação, o alcance de novos apoiadores e o registro organizado das iniciativas do Instituto. Sem um canal centralizado, muitas informações sobre eventos e campanhas eram dispersas ou de difícil acesso, limitando o engajamento e a participação da comunidade. Além disso, a falta de visibilidade online impedia que o Instituto ampliasse seu impacto e fortalecesse sua rede de voluntários e parceiros.</a:t>
            </a: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4849791"/>
            <a:ext cx="13318910" cy="380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Para atender às necessidades de comunicação e aproximação com o público, criamos uma plataforma digital que fortalece a presença do Instituto Alma e facilita sua interação com a comunidade. O site reúne informações institucionais de forma clara, apresenta suas ações e eventos e disponibiliza um espaço transparente sobre doações. Também inclui um canal de ouvidoria, promovendo diálogo e recebendo sugestões dos usuários, além de uma área administrativa que permite a atualização e gestão de conteúdos sem complexidade. Essa solução centraliza informações, amplia o alcance das iniciativas e contribui para a construção de uma imagem mais profissional e acessível do Instituto.</a:t>
            </a:r>
            <a:endParaRPr lang="pt-BR" sz="2666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Francisco Escobar; </a:t>
            </a:r>
            <a:r>
              <a:rPr lang="pt-BR" sz="2666" b="1" kern="0"/>
              <a:t>Victor Rosetti; </a:t>
            </a:r>
            <a:r>
              <a:rPr lang="pt-BR" sz="2666" b="1" kern="0" dirty="0"/>
              <a:t>Eduardo Savino; Ronaldo Araujo; José Carlos Buesso.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4849791"/>
            <a:ext cx="13318910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 	 O próximo passo é manter o site em funcionamento e realizar pequenas atualizações periódicas para corrigir ajustes, melhorar a navegação e incluir novos conteúdos conforme o Instituto realizar atividades. Também pretendemos acompanhar o uso da plataforma por meio de feedbacks simples dos usuários, identificando melhorias que possam ser aplicadas em versões futuras. Além disso, planejamos ampliar a presença digital do Instituto com postagens e divulgações nas redes sociais, direcionando o público para o site e aumentando o engajamento de forma gradual. Outro ponto previsto é aprimorar alguns recursos já existentes, como a área de doações e a página de atividades, tornando-as mais intuitivas e informativas. Com essas ações, o projeto poderá evoluir de maneira contínua e sustentável, garantindo que o site permaneça útil, atualizado e alinhado às necessidades do Instituto e da comunidade.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948" y="12740511"/>
            <a:ext cx="2414574" cy="1247428"/>
          </a:xfrm>
          <a:prstGeom prst="rect">
            <a:avLst/>
          </a:prstGeom>
        </p:spPr>
      </p:pic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265727C-35EA-9DFA-0973-7707DC71EA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518" y="12767591"/>
            <a:ext cx="1327482" cy="1327482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004D8512-6DEA-0B0B-63E3-A7017472BD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996" y="12656267"/>
            <a:ext cx="1019224" cy="1438806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178" y="12629069"/>
            <a:ext cx="1606334" cy="1606332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9667" y="12796111"/>
            <a:ext cx="1737158" cy="1302866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16" y="12810165"/>
            <a:ext cx="1195992" cy="1195990"/>
          </a:xfrm>
          <a:prstGeom prst="rect">
            <a:avLst/>
          </a:prstGeom>
        </p:spPr>
      </p:pic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1652BFF4-CD39-4D8B-CDB6-2EEBEA3ABE3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4482" y="12610953"/>
            <a:ext cx="1594416" cy="1594414"/>
          </a:xfrm>
          <a:prstGeom prst="rect">
            <a:avLst/>
          </a:prstGeom>
        </p:spPr>
      </p:pic>
      <p:pic>
        <p:nvPicPr>
          <p:cNvPr id="39" name="Imagem 38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47EC7B2E-1438-6CA5-CD4E-2C1A1D0E8A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49" y="16538553"/>
            <a:ext cx="12342882" cy="5886010"/>
          </a:xfrm>
          <a:prstGeom prst="rect">
            <a:avLst/>
          </a:prstGeom>
        </p:spPr>
      </p:pic>
      <p:pic>
        <p:nvPicPr>
          <p:cNvPr id="24" name="Imagem 2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2004384-96DB-EA09-D0EF-B0661EFA7B1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2840" y="16613496"/>
            <a:ext cx="13565394" cy="5811067"/>
          </a:xfrm>
          <a:prstGeom prst="rect">
            <a:avLst/>
          </a:prstGeom>
        </p:spPr>
      </p:pic>
      <p:pic>
        <p:nvPicPr>
          <p:cNvPr id="32" name="Imagem 31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613634C8-BDB1-7310-58D3-404A9B6F74C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26" y="24760910"/>
            <a:ext cx="9921364" cy="7017168"/>
          </a:xfrm>
          <a:prstGeom prst="rect">
            <a:avLst/>
          </a:prstGeom>
        </p:spPr>
      </p:pic>
      <p:pic>
        <p:nvPicPr>
          <p:cNvPr id="34" name="Imagem 33" descr="Logotipo&#10;&#10;O conteúdo gerado por IA pode estar incorreto.">
            <a:extLst>
              <a:ext uri="{FF2B5EF4-FFF2-40B4-BE49-F238E27FC236}">
                <a16:creationId xmlns:a16="http://schemas.microsoft.com/office/drawing/2014/main" id="{9E7FDCD3-D33A-A6FE-C2B8-AA4BA081B2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5481" y="24620539"/>
            <a:ext cx="10262688" cy="7297910"/>
          </a:xfrm>
          <a:prstGeom prst="rect">
            <a:avLst/>
          </a:prstGeom>
        </p:spPr>
      </p:pic>
      <p:sp>
        <p:nvSpPr>
          <p:cNvPr id="38" name="TextBox 8">
            <a:extLst>
              <a:ext uri="{FF2B5EF4-FFF2-40B4-BE49-F238E27FC236}">
                <a16:creationId xmlns:a16="http://schemas.microsoft.com/office/drawing/2014/main" id="{E7416FEB-3776-3D09-AC3F-C7462069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849" y="4992305"/>
            <a:ext cx="13284851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 	  A construção deste projeto foi resultado de um trabalho totalmente colaborativo, no qual cada integrante da equipe participou ativamente de todas as etapas do desenvolvimento. Desde o planejamento inicial, definição de requisitos e pesquisa sobre o Instituto Alma, até o design, criação do conteúdo, programação e testes finais, todas as decisões foram tomadas de forma conjunta. Valorizamos a troca de ideias, o aprendizado coletivo e o apoio mútuo, garantindo que cada membro contribuísse de maneira igual para o sucesso do projeto. Esse trabalho em equipe reforçou a importância da comunicação, organização e comprometimento, permitindo que uníssemos habilidades e perspectivas diferentes para alcançar um resultado completo, funcional e alinhado ao propósito social do Instituto. O projeto não apenas fortaleceu nosso conhecimento técnico, mas também desenvolveu nossa capacidade de trabalhar em equipe, refletindo um trabalho realmente conjunto, onde todos contribuíram com o mesmo comprometimento.	</a:t>
            </a:r>
          </a:p>
        </p:txBody>
      </p:sp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1d2798d9-1030-4cc5-be7b-200f9e628651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ca2a57e-8138-4b57-956a-eb6e2c7049cc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711</TotalTime>
  <Words>595</Words>
  <Application>Microsoft Office PowerPoint</Application>
  <PresentationFormat>Personalizar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FrontLine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Enzo Ribeiro</cp:lastModifiedBy>
  <cp:revision>49</cp:revision>
  <dcterms:created xsi:type="dcterms:W3CDTF">2006-11-04T15:46:42Z</dcterms:created>
  <dcterms:modified xsi:type="dcterms:W3CDTF">2025-11-10T22:56:36Z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