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0" r:id="rId5"/>
  </p:sldIdLst>
  <p:sldSz cx="28800425" cy="43200638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0"/>
      </a:spcBef>
      <a:spcAft>
        <a:spcPct val="0"/>
      </a:spcAft>
      <a:defRPr sz="8132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6pPr>
    <a:lvl7pPr marL="3656960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7pPr>
    <a:lvl8pPr marL="4266453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8pPr>
    <a:lvl9pPr marL="4875947" algn="l" defTabSz="1218987" rtl="0" eaLnBrk="1" latinLnBrk="0" hangingPunct="1">
      <a:defRPr sz="8132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7" userDrawn="1">
          <p15:clr>
            <a:srgbClr val="A4A3A4"/>
          </p15:clr>
        </p15:guide>
        <p15:guide id="2" pos="90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00"/>
    <a:srgbClr val="FF0000"/>
    <a:srgbClr val="CC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5B8280-7232-4042-AE49-3905FBA244E4}" v="131" dt="2025-11-03T18:16:59.0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25" d="100"/>
          <a:sy n="25" d="100"/>
        </p:scale>
        <p:origin x="1560" y="-456"/>
      </p:cViewPr>
      <p:guideLst>
        <p:guide orient="horz" pos="13607"/>
        <p:guide pos="90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zo Ribeiro" userId="f9f7ea07fcd4c2ea" providerId="LiveId" clId="{CDAD0CA6-2812-4D57-8AB3-CC3992266768}"/>
    <pc:docChg chg="undo custSel modSld">
      <pc:chgData name="Enzo Ribeiro" userId="f9f7ea07fcd4c2ea" providerId="LiveId" clId="{CDAD0CA6-2812-4D57-8AB3-CC3992266768}" dt="2025-11-03T18:17:27.741" v="933" actId="20577"/>
      <pc:docMkLst>
        <pc:docMk/>
      </pc:docMkLst>
      <pc:sldChg chg="addSp delSp modSp mod">
        <pc:chgData name="Enzo Ribeiro" userId="f9f7ea07fcd4c2ea" providerId="LiveId" clId="{CDAD0CA6-2812-4D57-8AB3-CC3992266768}" dt="2025-11-03T18:17:27.741" v="933" actId="20577"/>
        <pc:sldMkLst>
          <pc:docMk/>
          <pc:sldMk cId="2544194372" sldId="260"/>
        </pc:sldMkLst>
        <pc:spChg chg="add del mod">
          <ac:chgData name="Enzo Ribeiro" userId="f9f7ea07fcd4c2ea" providerId="LiveId" clId="{CDAD0CA6-2812-4D57-8AB3-CC3992266768}" dt="2025-11-03T04:39:57.096" v="297" actId="20577"/>
          <ac:spMkLst>
            <pc:docMk/>
            <pc:sldMk cId="2544194372" sldId="260"/>
            <ac:spMk id="2" creationId="{A584AD84-C68C-68B6-E7C1-1D0E2FA735DD}"/>
          </ac:spMkLst>
        </pc:spChg>
        <pc:spChg chg="mod">
          <ac:chgData name="Enzo Ribeiro" userId="f9f7ea07fcd4c2ea" providerId="LiveId" clId="{CDAD0CA6-2812-4D57-8AB3-CC3992266768}" dt="2025-11-03T18:17:27.741" v="933" actId="20577"/>
          <ac:spMkLst>
            <pc:docMk/>
            <pc:sldMk cId="2544194372" sldId="260"/>
            <ac:spMk id="4" creationId="{6D4C09D9-51BE-953B-669D-23F72BD2F12D}"/>
          </ac:spMkLst>
        </pc:spChg>
        <pc:spChg chg="mod">
          <ac:chgData name="Enzo Ribeiro" userId="f9f7ea07fcd4c2ea" providerId="LiveId" clId="{CDAD0CA6-2812-4D57-8AB3-CC3992266768}" dt="2025-11-03T17:23:16.233" v="351" actId="1035"/>
          <ac:spMkLst>
            <pc:docMk/>
            <pc:sldMk cId="2544194372" sldId="260"/>
            <ac:spMk id="7" creationId="{C1758913-C53F-99C8-A545-3D8DE7E0ED34}"/>
          </ac:spMkLst>
        </pc:spChg>
        <pc:spChg chg="mod">
          <ac:chgData name="Enzo Ribeiro" userId="f9f7ea07fcd4c2ea" providerId="LiveId" clId="{CDAD0CA6-2812-4D57-8AB3-CC3992266768}" dt="2025-11-03T17:23:56.305" v="379" actId="1035"/>
          <ac:spMkLst>
            <pc:docMk/>
            <pc:sldMk cId="2544194372" sldId="260"/>
            <ac:spMk id="8" creationId="{AE19C662-D68A-6035-2E4C-978100FAE83F}"/>
          </ac:spMkLst>
        </pc:spChg>
        <pc:spChg chg="add del mod">
          <ac:chgData name="Enzo Ribeiro" userId="f9f7ea07fcd4c2ea" providerId="LiveId" clId="{CDAD0CA6-2812-4D57-8AB3-CC3992266768}" dt="2025-11-03T17:43:33.076" v="683"/>
          <ac:spMkLst>
            <pc:docMk/>
            <pc:sldMk cId="2544194372" sldId="260"/>
            <ac:spMk id="26" creationId="{E37996F7-C511-85CA-D9D4-CFCD943AFE1A}"/>
          </ac:spMkLst>
        </pc:spChg>
        <pc:spChg chg="add mod">
          <ac:chgData name="Enzo Ribeiro" userId="f9f7ea07fcd4c2ea" providerId="LiveId" clId="{CDAD0CA6-2812-4D57-8AB3-CC3992266768}" dt="2025-11-03T17:38:59.580" v="604" actId="1076"/>
          <ac:spMkLst>
            <pc:docMk/>
            <pc:sldMk cId="2544194372" sldId="260"/>
            <ac:spMk id="27" creationId="{F9DE6C96-A6AC-EE22-5AB3-2A0A39CD0BF5}"/>
          </ac:spMkLst>
        </pc:spChg>
        <pc:spChg chg="add mod">
          <ac:chgData name="Enzo Ribeiro" userId="f9f7ea07fcd4c2ea" providerId="LiveId" clId="{CDAD0CA6-2812-4D57-8AB3-CC3992266768}" dt="2025-11-03T17:38:49.125" v="602" actId="1076"/>
          <ac:spMkLst>
            <pc:docMk/>
            <pc:sldMk cId="2544194372" sldId="260"/>
            <ac:spMk id="28" creationId="{4EFC1E5D-2DD7-D82A-7F8A-A7903761A934}"/>
          </ac:spMkLst>
        </pc:spChg>
        <pc:spChg chg="mod">
          <ac:chgData name="Enzo Ribeiro" userId="f9f7ea07fcd4c2ea" providerId="LiveId" clId="{CDAD0CA6-2812-4D57-8AB3-CC3992266768}" dt="2025-11-03T18:16:59.024" v="928" actId="1076"/>
          <ac:spMkLst>
            <pc:docMk/>
            <pc:sldMk cId="2544194372" sldId="260"/>
            <ac:spMk id="29" creationId="{22108886-71AE-7425-406A-CC03C41D865B}"/>
          </ac:spMkLst>
        </pc:spChg>
        <pc:spChg chg="add mod">
          <ac:chgData name="Enzo Ribeiro" userId="f9f7ea07fcd4c2ea" providerId="LiveId" clId="{CDAD0CA6-2812-4D57-8AB3-CC3992266768}" dt="2025-11-03T17:38:26.083" v="601" actId="1076"/>
          <ac:spMkLst>
            <pc:docMk/>
            <pc:sldMk cId="2544194372" sldId="260"/>
            <ac:spMk id="30" creationId="{1FD3AF51-EADC-FC07-52DA-E72DACA275EA}"/>
          </ac:spMkLst>
        </pc:spChg>
        <pc:spChg chg="add mod">
          <ac:chgData name="Enzo Ribeiro" userId="f9f7ea07fcd4c2ea" providerId="LiveId" clId="{CDAD0CA6-2812-4D57-8AB3-CC3992266768}" dt="2025-11-03T17:38:22.222" v="600" actId="1076"/>
          <ac:spMkLst>
            <pc:docMk/>
            <pc:sldMk cId="2544194372" sldId="260"/>
            <ac:spMk id="31" creationId="{0D0724BD-1D7D-34F2-0E2E-AAB0D51D3A3D}"/>
          </ac:spMkLst>
        </pc:spChg>
        <pc:spChg chg="add del mod">
          <ac:chgData name="Enzo Ribeiro" userId="f9f7ea07fcd4c2ea" providerId="LiveId" clId="{CDAD0CA6-2812-4D57-8AB3-CC3992266768}" dt="2025-11-03T17:43:33.074" v="681" actId="478"/>
          <ac:spMkLst>
            <pc:docMk/>
            <pc:sldMk cId="2544194372" sldId="260"/>
            <ac:spMk id="32" creationId="{CED85D07-CD88-278F-924F-8F4EF682E5F1}"/>
          </ac:spMkLst>
        </pc:spChg>
        <pc:spChg chg="add del">
          <ac:chgData name="Enzo Ribeiro" userId="f9f7ea07fcd4c2ea" providerId="LiveId" clId="{CDAD0CA6-2812-4D57-8AB3-CC3992266768}" dt="2025-11-03T17:43:38.464" v="685" actId="22"/>
          <ac:spMkLst>
            <pc:docMk/>
            <pc:sldMk cId="2544194372" sldId="260"/>
            <ac:spMk id="34" creationId="{E344C42B-E91C-B910-61BA-4D436036B9E8}"/>
          </ac:spMkLst>
        </pc:spChg>
        <pc:spChg chg="add del mod">
          <ac:chgData name="Enzo Ribeiro" userId="f9f7ea07fcd4c2ea" providerId="LiveId" clId="{CDAD0CA6-2812-4D57-8AB3-CC3992266768}" dt="2025-11-03T17:47:32.992" v="729" actId="1076"/>
          <ac:spMkLst>
            <pc:docMk/>
            <pc:sldMk cId="2544194372" sldId="260"/>
            <ac:spMk id="35" creationId="{833FE777-126C-65F4-4FBD-F2F4E06331ED}"/>
          </ac:spMkLst>
        </pc:spChg>
        <pc:spChg chg="add mod">
          <ac:chgData name="Enzo Ribeiro" userId="f9f7ea07fcd4c2ea" providerId="LiveId" clId="{CDAD0CA6-2812-4D57-8AB3-CC3992266768}" dt="2025-11-03T17:44:14.787" v="696"/>
          <ac:spMkLst>
            <pc:docMk/>
            <pc:sldMk cId="2544194372" sldId="260"/>
            <ac:spMk id="36" creationId="{E7ADD341-38FE-C8A6-2636-7F8105CC39C4}"/>
          </ac:spMkLst>
        </pc:spChg>
        <pc:spChg chg="add mod">
          <ac:chgData name="Enzo Ribeiro" userId="f9f7ea07fcd4c2ea" providerId="LiveId" clId="{CDAD0CA6-2812-4D57-8AB3-CC3992266768}" dt="2025-11-03T17:44:34.629" v="716"/>
          <ac:spMkLst>
            <pc:docMk/>
            <pc:sldMk cId="2544194372" sldId="260"/>
            <ac:spMk id="37" creationId="{833FE777-126C-65F4-4FBD-F2F4E06331ED}"/>
          </ac:spMkLst>
        </pc:spChg>
        <pc:spChg chg="mod">
          <ac:chgData name="Enzo Ribeiro" userId="f9f7ea07fcd4c2ea" providerId="LiveId" clId="{CDAD0CA6-2812-4D57-8AB3-CC3992266768}" dt="2025-11-03T04:42:37.264" v="301" actId="20577"/>
          <ac:spMkLst>
            <pc:docMk/>
            <pc:sldMk cId="2544194372" sldId="260"/>
            <ac:spMk id="4100" creationId="{00000000-0000-0000-0000-000000000000}"/>
          </ac:spMkLst>
        </pc:spChg>
        <pc:spChg chg="mod">
          <ac:chgData name="Enzo Ribeiro" userId="f9f7ea07fcd4c2ea" providerId="LiveId" clId="{CDAD0CA6-2812-4D57-8AB3-CC3992266768}" dt="2025-11-03T17:44:01.863" v="693" actId="20577"/>
          <ac:spMkLst>
            <pc:docMk/>
            <pc:sldMk cId="2544194372" sldId="260"/>
            <ac:spMk id="4102" creationId="{00000000-0000-0000-0000-000000000000}"/>
          </ac:spMkLst>
        </pc:spChg>
        <pc:spChg chg="mod">
          <ac:chgData name="Enzo Ribeiro" userId="f9f7ea07fcd4c2ea" providerId="LiveId" clId="{CDAD0CA6-2812-4D57-8AB3-CC3992266768}" dt="2025-11-03T04:34:31.253" v="29" actId="20577"/>
          <ac:spMkLst>
            <pc:docMk/>
            <pc:sldMk cId="2544194372" sldId="260"/>
            <ac:spMk id="4108" creationId="{00000000-0000-0000-0000-000000000000}"/>
          </ac:spMkLst>
        </pc:spChg>
        <pc:spChg chg="mod">
          <ac:chgData name="Enzo Ribeiro" userId="f9f7ea07fcd4c2ea" providerId="LiveId" clId="{CDAD0CA6-2812-4D57-8AB3-CC3992266768}" dt="2025-11-03T04:32:37.289" v="3" actId="20577"/>
          <ac:spMkLst>
            <pc:docMk/>
            <pc:sldMk cId="2544194372" sldId="260"/>
            <ac:spMk id="4109" creationId="{00000000-0000-0000-0000-000000000000}"/>
          </ac:spMkLst>
        </pc:spChg>
        <pc:picChg chg="add mod">
          <ac:chgData name="Enzo Ribeiro" userId="f9f7ea07fcd4c2ea" providerId="LiveId" clId="{CDAD0CA6-2812-4D57-8AB3-CC3992266768}" dt="2025-11-03T18:12:21.112" v="822" actId="571"/>
          <ac:picMkLst>
            <pc:docMk/>
            <pc:sldMk cId="2544194372" sldId="260"/>
            <ac:picMk id="3" creationId="{02687CBE-B0A7-0F32-46A0-52AB2B649A1C}"/>
          </ac:picMkLst>
        </pc:picChg>
        <pc:picChg chg="mod">
          <ac:chgData name="Enzo Ribeiro" userId="f9f7ea07fcd4c2ea" providerId="LiveId" clId="{CDAD0CA6-2812-4D57-8AB3-CC3992266768}" dt="2025-11-03T17:56:30.973" v="787" actId="1076"/>
          <ac:picMkLst>
            <pc:docMk/>
            <pc:sldMk cId="2544194372" sldId="260"/>
            <ac:picMk id="6" creationId="{F65B9183-D015-4EDA-BC8C-5077C4505C15}"/>
          </ac:picMkLst>
        </pc:picChg>
        <pc:picChg chg="add mod">
          <ac:chgData name="Enzo Ribeiro" userId="f9f7ea07fcd4c2ea" providerId="LiveId" clId="{CDAD0CA6-2812-4D57-8AB3-CC3992266768}" dt="2025-11-03T17:37:45.518" v="591" actId="14100"/>
          <ac:picMkLst>
            <pc:docMk/>
            <pc:sldMk cId="2544194372" sldId="260"/>
            <ac:picMk id="9" creationId="{2F5633EE-875C-27FB-36D6-D707B3965781}"/>
          </ac:picMkLst>
        </pc:picChg>
        <pc:picChg chg="mod">
          <ac:chgData name="Enzo Ribeiro" userId="f9f7ea07fcd4c2ea" providerId="LiveId" clId="{CDAD0CA6-2812-4D57-8AB3-CC3992266768}" dt="2025-11-03T18:16:59.024" v="928" actId="1076"/>
          <ac:picMkLst>
            <pc:docMk/>
            <pc:sldMk cId="2544194372" sldId="260"/>
            <ac:picMk id="11" creationId="{C36539B3-03B4-9E15-C22B-94F5A2E54A48}"/>
          </ac:picMkLst>
        </pc:picChg>
        <pc:picChg chg="mod">
          <ac:chgData name="Enzo Ribeiro" userId="f9f7ea07fcd4c2ea" providerId="LiveId" clId="{CDAD0CA6-2812-4D57-8AB3-CC3992266768}" dt="2025-11-03T18:16:59.024" v="928" actId="1076"/>
          <ac:picMkLst>
            <pc:docMk/>
            <pc:sldMk cId="2544194372" sldId="260"/>
            <ac:picMk id="12" creationId="{F265727C-35EA-9DFA-0973-7707DC71EAEC}"/>
          </ac:picMkLst>
        </pc:picChg>
        <pc:picChg chg="mod">
          <ac:chgData name="Enzo Ribeiro" userId="f9f7ea07fcd4c2ea" providerId="LiveId" clId="{CDAD0CA6-2812-4D57-8AB3-CC3992266768}" dt="2025-11-03T18:16:59.024" v="928" actId="1076"/>
          <ac:picMkLst>
            <pc:docMk/>
            <pc:sldMk cId="2544194372" sldId="260"/>
            <ac:picMk id="13" creationId="{004D8512-6DEA-0B0B-63E3-A7017472BDB0}"/>
          </ac:picMkLst>
        </pc:picChg>
        <pc:picChg chg="mod">
          <ac:chgData name="Enzo Ribeiro" userId="f9f7ea07fcd4c2ea" providerId="LiveId" clId="{CDAD0CA6-2812-4D57-8AB3-CC3992266768}" dt="2025-11-03T18:16:59.024" v="928" actId="1076"/>
          <ac:picMkLst>
            <pc:docMk/>
            <pc:sldMk cId="2544194372" sldId="260"/>
            <ac:picMk id="14" creationId="{BE7B6F3C-F476-EDA2-311E-8DA8C3BBBA16}"/>
          </ac:picMkLst>
        </pc:picChg>
        <pc:picChg chg="mod">
          <ac:chgData name="Enzo Ribeiro" userId="f9f7ea07fcd4c2ea" providerId="LiveId" clId="{CDAD0CA6-2812-4D57-8AB3-CC3992266768}" dt="2025-11-03T18:16:59.024" v="928" actId="1076"/>
          <ac:picMkLst>
            <pc:docMk/>
            <pc:sldMk cId="2544194372" sldId="260"/>
            <ac:picMk id="15" creationId="{31366770-2457-D40F-603F-BB4428389EC6}"/>
          </ac:picMkLst>
        </pc:picChg>
        <pc:picChg chg="mod">
          <ac:chgData name="Enzo Ribeiro" userId="f9f7ea07fcd4c2ea" providerId="LiveId" clId="{CDAD0CA6-2812-4D57-8AB3-CC3992266768}" dt="2025-11-03T18:16:59.024" v="928" actId="1076"/>
          <ac:picMkLst>
            <pc:docMk/>
            <pc:sldMk cId="2544194372" sldId="260"/>
            <ac:picMk id="17" creationId="{BF4471B5-57EB-4844-928D-DCF9ED7AF6F5}"/>
          </ac:picMkLst>
        </pc:picChg>
        <pc:picChg chg="del">
          <ac:chgData name="Enzo Ribeiro" userId="f9f7ea07fcd4c2ea" providerId="LiveId" clId="{CDAD0CA6-2812-4D57-8AB3-CC3992266768}" dt="2025-11-03T17:51:55.905" v="734" actId="478"/>
          <ac:picMkLst>
            <pc:docMk/>
            <pc:sldMk cId="2544194372" sldId="260"/>
            <ac:picMk id="18" creationId="{6D783549-32E2-3701-9536-85EC637BA269}"/>
          </ac:picMkLst>
        </pc:picChg>
        <pc:picChg chg="del mod">
          <ac:chgData name="Enzo Ribeiro" userId="f9f7ea07fcd4c2ea" providerId="LiveId" clId="{CDAD0CA6-2812-4D57-8AB3-CC3992266768}" dt="2025-11-03T18:10:51.972" v="795" actId="478"/>
          <ac:picMkLst>
            <pc:docMk/>
            <pc:sldMk cId="2544194372" sldId="260"/>
            <ac:picMk id="19" creationId="{1652BFF4-CD39-4D8B-CDB6-2EEBEA3ABE34}"/>
          </ac:picMkLst>
        </pc:picChg>
        <pc:picChg chg="add mod">
          <ac:chgData name="Enzo Ribeiro" userId="f9f7ea07fcd4c2ea" providerId="LiveId" clId="{CDAD0CA6-2812-4D57-8AB3-CC3992266768}" dt="2025-11-03T17:39:14.052" v="605" actId="1076"/>
          <ac:picMkLst>
            <pc:docMk/>
            <pc:sldMk cId="2544194372" sldId="260"/>
            <ac:picMk id="20" creationId="{91AD46E0-7E4A-4BF4-4C3A-8FC981CEA3AF}"/>
          </ac:picMkLst>
        </pc:picChg>
        <pc:picChg chg="del">
          <ac:chgData name="Enzo Ribeiro" userId="f9f7ea07fcd4c2ea" providerId="LiveId" clId="{CDAD0CA6-2812-4D57-8AB3-CC3992266768}" dt="2025-11-03T17:52:19.989" v="745" actId="478"/>
          <ac:picMkLst>
            <pc:docMk/>
            <pc:sldMk cId="2544194372" sldId="260"/>
            <ac:picMk id="21" creationId="{F1356FB8-9ED6-A85E-476B-90F186519F55}"/>
          </ac:picMkLst>
        </pc:picChg>
        <pc:picChg chg="add mod">
          <ac:chgData name="Enzo Ribeiro" userId="f9f7ea07fcd4c2ea" providerId="LiveId" clId="{CDAD0CA6-2812-4D57-8AB3-CC3992266768}" dt="2025-11-03T17:39:17.054" v="606" actId="1076"/>
          <ac:picMkLst>
            <pc:docMk/>
            <pc:sldMk cId="2544194372" sldId="260"/>
            <ac:picMk id="23" creationId="{477B4CEF-8B65-BD40-07B4-86CACCB9200F}"/>
          </ac:picMkLst>
        </pc:picChg>
        <pc:picChg chg="add mod">
          <ac:chgData name="Enzo Ribeiro" userId="f9f7ea07fcd4c2ea" providerId="LiveId" clId="{CDAD0CA6-2812-4D57-8AB3-CC3992266768}" dt="2025-11-03T17:39:27.066" v="608" actId="1076"/>
          <ac:picMkLst>
            <pc:docMk/>
            <pc:sldMk cId="2544194372" sldId="260"/>
            <ac:picMk id="25" creationId="{B1787FF8-F3B8-5016-2E54-1D9A2AFE82AB}"/>
          </ac:picMkLst>
        </pc:picChg>
        <pc:picChg chg="add mod">
          <ac:chgData name="Enzo Ribeiro" userId="f9f7ea07fcd4c2ea" providerId="LiveId" clId="{CDAD0CA6-2812-4D57-8AB3-CC3992266768}" dt="2025-11-03T18:17:00.385" v="929" actId="1076"/>
          <ac:picMkLst>
            <pc:docMk/>
            <pc:sldMk cId="2544194372" sldId="260"/>
            <ac:picMk id="39" creationId="{47EC7B2E-1438-6CA5-CD4E-2C1A1D0E8A4D}"/>
          </ac:picMkLst>
        </pc:picChg>
        <pc:picChg chg="add mod">
          <ac:chgData name="Enzo Ribeiro" userId="f9f7ea07fcd4c2ea" providerId="LiveId" clId="{CDAD0CA6-2812-4D57-8AB3-CC3992266768}" dt="2025-11-03T18:17:07.748" v="931" actId="1076"/>
          <ac:picMkLst>
            <pc:docMk/>
            <pc:sldMk cId="2544194372" sldId="260"/>
            <ac:picMk id="41" creationId="{34C11D19-B776-08FA-8D71-EC325ABF08D1}"/>
          </ac:picMkLst>
        </pc:picChg>
        <pc:picChg chg="add del mod">
          <ac:chgData name="Enzo Ribeiro" userId="f9f7ea07fcd4c2ea" providerId="LiveId" clId="{CDAD0CA6-2812-4D57-8AB3-CC3992266768}" dt="2025-11-03T18:17:02.848" v="930" actId="1076"/>
          <ac:picMkLst>
            <pc:docMk/>
            <pc:sldMk cId="2544194372" sldId="260"/>
            <ac:picMk id="43" creationId="{89F40BDF-BBD6-AB2A-4AFA-121BD6878340}"/>
          </ac:picMkLst>
        </pc:picChg>
        <pc:picChg chg="add mod">
          <ac:chgData name="Enzo Ribeiro" userId="f9f7ea07fcd4c2ea" providerId="LiveId" clId="{CDAD0CA6-2812-4D57-8AB3-CC3992266768}" dt="2025-11-03T18:17:11.109" v="932" actId="1076"/>
          <ac:picMkLst>
            <pc:docMk/>
            <pc:sldMk cId="2544194372" sldId="260"/>
            <ac:picMk id="45" creationId="{3A7CD76A-527F-6733-744A-F5AB970881FC}"/>
          </ac:picMkLst>
        </pc:picChg>
        <pc:picChg chg="del">
          <ac:chgData name="Enzo Ribeiro" userId="f9f7ea07fcd4c2ea" providerId="LiveId" clId="{CDAD0CA6-2812-4D57-8AB3-CC3992266768}" dt="2025-11-03T17:52:16.503" v="739" actId="478"/>
          <ac:picMkLst>
            <pc:docMk/>
            <pc:sldMk cId="2544194372" sldId="260"/>
            <ac:picMk id="49" creationId="{8E417FFA-3A80-0922-B813-237FD58D7D31}"/>
          </ac:picMkLst>
        </pc:picChg>
        <pc:picChg chg="del">
          <ac:chgData name="Enzo Ribeiro" userId="f9f7ea07fcd4c2ea" providerId="LiveId" clId="{CDAD0CA6-2812-4D57-8AB3-CC3992266768}" dt="2025-11-03T17:52:15.809" v="738" actId="478"/>
          <ac:picMkLst>
            <pc:docMk/>
            <pc:sldMk cId="2544194372" sldId="260"/>
            <ac:picMk id="51" creationId="{B738E67A-B274-5DF8-B9F3-9D3786D351B5}"/>
          </ac:picMkLst>
        </pc:picChg>
        <pc:picChg chg="del">
          <ac:chgData name="Enzo Ribeiro" userId="f9f7ea07fcd4c2ea" providerId="LiveId" clId="{CDAD0CA6-2812-4D57-8AB3-CC3992266768}" dt="2025-11-03T17:52:18.407" v="742" actId="478"/>
          <ac:picMkLst>
            <pc:docMk/>
            <pc:sldMk cId="2544194372" sldId="260"/>
            <ac:picMk id="53" creationId="{8E652B56-3614-D555-14EB-CF7818249A83}"/>
          </ac:picMkLst>
        </pc:picChg>
        <pc:picChg chg="del">
          <ac:chgData name="Enzo Ribeiro" userId="f9f7ea07fcd4c2ea" providerId="LiveId" clId="{CDAD0CA6-2812-4D57-8AB3-CC3992266768}" dt="2025-11-03T17:52:17.486" v="741" actId="478"/>
          <ac:picMkLst>
            <pc:docMk/>
            <pc:sldMk cId="2544194372" sldId="260"/>
            <ac:picMk id="55" creationId="{E959B3AA-39C3-5770-B50E-8051B104CAD7}"/>
          </ac:picMkLst>
        </pc:picChg>
        <pc:picChg chg="del">
          <ac:chgData name="Enzo Ribeiro" userId="f9f7ea07fcd4c2ea" providerId="LiveId" clId="{CDAD0CA6-2812-4D57-8AB3-CC3992266768}" dt="2025-11-03T17:52:18.953" v="743" actId="478"/>
          <ac:picMkLst>
            <pc:docMk/>
            <pc:sldMk cId="2544194372" sldId="260"/>
            <ac:picMk id="57" creationId="{0466FA70-F8D4-3A38-017F-54D92B813AC6}"/>
          </ac:picMkLst>
        </pc:picChg>
        <pc:picChg chg="del">
          <ac:chgData name="Enzo Ribeiro" userId="f9f7ea07fcd4c2ea" providerId="LiveId" clId="{CDAD0CA6-2812-4D57-8AB3-CC3992266768}" dt="2025-11-03T17:52:17.019" v="740" actId="478"/>
          <ac:picMkLst>
            <pc:docMk/>
            <pc:sldMk cId="2544194372" sldId="260"/>
            <ac:picMk id="59" creationId="{B9591974-087D-8CB2-9488-DC83918AB8EE}"/>
          </ac:picMkLst>
        </pc:picChg>
        <pc:picChg chg="del">
          <ac:chgData name="Enzo Ribeiro" userId="f9f7ea07fcd4c2ea" providerId="LiveId" clId="{CDAD0CA6-2812-4D57-8AB3-CC3992266768}" dt="2025-11-03T17:52:19.427" v="744" actId="478"/>
          <ac:picMkLst>
            <pc:docMk/>
            <pc:sldMk cId="2544194372" sldId="260"/>
            <ac:picMk id="4099" creationId="{DC769455-D84B-7CDB-9BC7-563FFA1CD8B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62137F34-5DDC-4C31-BA02-2277B1A4CE6D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160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685800"/>
            <a:ext cx="228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7B61E2-BDFA-4896-B4A2-5CC42FC61C0E}" type="slidenum">
              <a:rPr lang="pt-BR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8531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  <p:txBody>
          <a:bodyPr/>
          <a:lstStyle/>
          <a:p>
            <a:endParaRPr lang="pt-BR"/>
          </a:p>
        </p:txBody>
      </p:sp>
      <p:sp>
        <p:nvSpPr>
          <p:cNvPr id="51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34" charset="-128"/>
            </a:endParaRPr>
          </a:p>
        </p:txBody>
      </p:sp>
      <p:sp>
        <p:nvSpPr>
          <p:cNvPr id="51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1035EDA-CF5D-4260-93D3-A3EA22A42075}" type="slidenum">
              <a:rPr lang="pt-BR">
                <a:latin typeface="Calibri" pitchFamily="34" charset="0"/>
                <a:ea typeface="ＭＳ Ｐゴシック" pitchFamily="34" charset="-128"/>
              </a:rPr>
              <a:pPr/>
              <a:t>1</a:t>
            </a:fld>
            <a:endParaRPr lang="pt-BR">
              <a:latin typeface="Calibri" pitchFamily="34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852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160880" y="13420305"/>
            <a:ext cx="24478668" cy="925939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4319642" y="24480786"/>
            <a:ext cx="20161144" cy="11039316"/>
          </a:xfrm>
        </p:spPr>
        <p:txBody>
          <a:bodyPr/>
          <a:lstStyle>
            <a:lvl1pPr marL="0" indent="0" algn="ctr">
              <a:buNone/>
              <a:defRPr/>
            </a:lvl1pPr>
            <a:lvl2pPr marL="609539" indent="0" algn="ctr">
              <a:buNone/>
              <a:defRPr/>
            </a:lvl2pPr>
            <a:lvl3pPr marL="1219078" indent="0" algn="ctr">
              <a:buNone/>
              <a:defRPr/>
            </a:lvl3pPr>
            <a:lvl4pPr marL="1828617" indent="0" algn="ctr">
              <a:buNone/>
              <a:defRPr/>
            </a:lvl4pPr>
            <a:lvl5pPr marL="2438156" indent="0" algn="ctr">
              <a:buNone/>
              <a:defRPr/>
            </a:lvl5pPr>
            <a:lvl6pPr marL="3047695" indent="0" algn="ctr">
              <a:buNone/>
              <a:defRPr/>
            </a:lvl6pPr>
            <a:lvl7pPr marL="3657234" indent="0" algn="ctr">
              <a:buNone/>
              <a:defRPr/>
            </a:lvl7pPr>
            <a:lvl8pPr marL="4266773" indent="0" algn="ctr">
              <a:buNone/>
              <a:defRPr/>
            </a:lvl8pPr>
            <a:lvl9pPr marL="4876312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FD650F0-8AAD-48EF-B3D3-2345F45EF8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DC96D8B-5E5D-4756-AFBB-3EBE1D3ED4DA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75166" y="27761258"/>
            <a:ext cx="24480784" cy="8580021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275166" y="18309267"/>
            <a:ext cx="24480784" cy="9451991"/>
          </a:xfrm>
        </p:spPr>
        <p:txBody>
          <a:bodyPr anchor="b"/>
          <a:lstStyle>
            <a:lvl1pPr marL="0" indent="0">
              <a:buNone/>
              <a:defRPr sz="2666"/>
            </a:lvl1pPr>
            <a:lvl2pPr marL="609539" indent="0">
              <a:buNone/>
              <a:defRPr sz="2400"/>
            </a:lvl2pPr>
            <a:lvl3pPr marL="1219078" indent="0">
              <a:buNone/>
              <a:defRPr sz="2133"/>
            </a:lvl3pPr>
            <a:lvl4pPr marL="1828617" indent="0">
              <a:buNone/>
              <a:defRPr sz="1866"/>
            </a:lvl4pPr>
            <a:lvl5pPr marL="2438156" indent="0">
              <a:buNone/>
              <a:defRPr sz="1866"/>
            </a:lvl5pPr>
            <a:lvl6pPr marL="3047695" indent="0">
              <a:buNone/>
              <a:defRPr sz="1866"/>
            </a:lvl6pPr>
            <a:lvl7pPr marL="3657234" indent="0">
              <a:buNone/>
              <a:defRPr sz="1866"/>
            </a:lvl7pPr>
            <a:lvl8pPr marL="4266773" indent="0">
              <a:buNone/>
              <a:defRPr sz="1866"/>
            </a:lvl8pPr>
            <a:lvl9pPr marL="4876312" indent="0">
              <a:buNone/>
              <a:defRPr sz="1866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877B64-938F-41A7-B468-783CF163B3B2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1439175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501801" y="10080573"/>
            <a:ext cx="12859449" cy="2851047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6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DF3C380-F25C-4E70-B099-B699EC5ADAC9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439175" y="9669985"/>
            <a:ext cx="12726114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1439175" y="13699675"/>
            <a:ext cx="12726114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14630904" y="9669985"/>
            <a:ext cx="12730346" cy="402968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39" indent="0">
              <a:buNone/>
              <a:defRPr sz="2666" b="1"/>
            </a:lvl2pPr>
            <a:lvl3pPr marL="1219078" indent="0">
              <a:buNone/>
              <a:defRPr sz="2400" b="1"/>
            </a:lvl3pPr>
            <a:lvl4pPr marL="1828617" indent="0">
              <a:buNone/>
              <a:defRPr sz="2133" b="1"/>
            </a:lvl4pPr>
            <a:lvl5pPr marL="2438156" indent="0">
              <a:buNone/>
              <a:defRPr sz="2133" b="1"/>
            </a:lvl5pPr>
            <a:lvl6pPr marL="3047695" indent="0">
              <a:buNone/>
              <a:defRPr sz="2133" b="1"/>
            </a:lvl6pPr>
            <a:lvl7pPr marL="3657234" indent="0">
              <a:buNone/>
              <a:defRPr sz="2133" b="1"/>
            </a:lvl7pPr>
            <a:lvl8pPr marL="4266773" indent="0">
              <a:buNone/>
              <a:defRPr sz="2133" b="1"/>
            </a:lvl8pPr>
            <a:lvl9pPr marL="4876312" indent="0">
              <a:buNone/>
              <a:defRPr sz="2133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14630904" y="13699675"/>
            <a:ext cx="12730346" cy="24891372"/>
          </a:xfrm>
        </p:spPr>
        <p:txBody>
          <a:bodyPr/>
          <a:lstStyle>
            <a:lvl1pPr>
              <a:defRPr sz="3200"/>
            </a:lvl1pPr>
            <a:lvl2pPr>
              <a:defRPr sz="2666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11D1C0-6B5C-4B42-9BF5-9656ED25A1D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203E92E-70CD-434A-A365-47B3624C9D13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BEBB076-EF90-42B2-B80B-DD7B17B5D86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9175" y="1720661"/>
            <a:ext cx="9475273" cy="7318627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259425" y="1720662"/>
            <a:ext cx="16101825" cy="36870385"/>
          </a:xfrm>
        </p:spPr>
        <p:txBody>
          <a:bodyPr/>
          <a:lstStyle>
            <a:lvl1pPr>
              <a:defRPr sz="4266"/>
            </a:lvl1pPr>
            <a:lvl2pPr>
              <a:defRPr sz="3733"/>
            </a:lvl2pPr>
            <a:lvl3pPr>
              <a:defRPr sz="3200"/>
            </a:lvl3pPr>
            <a:lvl4pPr>
              <a:defRPr sz="2666"/>
            </a:lvl4pPr>
            <a:lvl5pPr>
              <a:defRPr sz="2666"/>
            </a:lvl5pPr>
            <a:lvl6pPr>
              <a:defRPr sz="2666"/>
            </a:lvl6pPr>
            <a:lvl7pPr>
              <a:defRPr sz="2666"/>
            </a:lvl7pPr>
            <a:lvl8pPr>
              <a:defRPr sz="2666"/>
            </a:lvl8pPr>
            <a:lvl9pPr>
              <a:defRPr sz="2666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439175" y="9039287"/>
            <a:ext cx="9475273" cy="29551759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FA4729-5D1D-4D38-A25F-215095997037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644529" y="30239601"/>
            <a:ext cx="17280678" cy="3570424"/>
          </a:xfrm>
        </p:spPr>
        <p:txBody>
          <a:bodyPr anchor="b"/>
          <a:lstStyle>
            <a:lvl1pPr algn="l">
              <a:defRPr sz="2666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644529" y="3860375"/>
            <a:ext cx="17280678" cy="25919960"/>
          </a:xfrm>
        </p:spPr>
        <p:txBody>
          <a:bodyPr/>
          <a:lstStyle>
            <a:lvl1pPr marL="0" indent="0">
              <a:buNone/>
              <a:defRPr sz="4266"/>
            </a:lvl1pPr>
            <a:lvl2pPr marL="609539" indent="0">
              <a:buNone/>
              <a:defRPr sz="3733"/>
            </a:lvl2pPr>
            <a:lvl3pPr marL="1219078" indent="0">
              <a:buNone/>
              <a:defRPr sz="3200"/>
            </a:lvl3pPr>
            <a:lvl4pPr marL="1828617" indent="0">
              <a:buNone/>
              <a:defRPr sz="2666"/>
            </a:lvl4pPr>
            <a:lvl5pPr marL="2438156" indent="0">
              <a:buNone/>
              <a:defRPr sz="2666"/>
            </a:lvl5pPr>
            <a:lvl6pPr marL="3047695" indent="0">
              <a:buNone/>
              <a:defRPr sz="2666"/>
            </a:lvl6pPr>
            <a:lvl7pPr marL="3657234" indent="0">
              <a:buNone/>
              <a:defRPr sz="2666"/>
            </a:lvl7pPr>
            <a:lvl8pPr marL="4266773" indent="0">
              <a:buNone/>
              <a:defRPr sz="2666"/>
            </a:lvl8pPr>
            <a:lvl9pPr marL="4876312" indent="0">
              <a:buNone/>
              <a:defRPr sz="2666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5644529" y="33810024"/>
            <a:ext cx="17280678" cy="5070974"/>
          </a:xfrm>
        </p:spPr>
        <p:txBody>
          <a:bodyPr/>
          <a:lstStyle>
            <a:lvl1pPr marL="0" indent="0">
              <a:buNone/>
              <a:defRPr sz="1866"/>
            </a:lvl1pPr>
            <a:lvl2pPr marL="609539" indent="0">
              <a:buNone/>
              <a:defRPr sz="1600"/>
            </a:lvl2pPr>
            <a:lvl3pPr marL="1219078" indent="0">
              <a:buNone/>
              <a:defRPr sz="1333"/>
            </a:lvl3pPr>
            <a:lvl4pPr marL="1828617" indent="0">
              <a:buNone/>
              <a:defRPr sz="1200"/>
            </a:lvl4pPr>
            <a:lvl5pPr marL="2438156" indent="0">
              <a:buNone/>
              <a:defRPr sz="1200"/>
            </a:lvl5pPr>
            <a:lvl6pPr marL="3047695" indent="0">
              <a:buNone/>
              <a:defRPr sz="1200"/>
            </a:lvl6pPr>
            <a:lvl7pPr marL="3657234" indent="0">
              <a:buNone/>
              <a:defRPr sz="1200"/>
            </a:lvl7pPr>
            <a:lvl8pPr marL="4266773" indent="0">
              <a:buNone/>
              <a:defRPr sz="1200"/>
            </a:lvl8pPr>
            <a:lvl9pPr marL="4876312" indent="0">
              <a:buNone/>
              <a:defRPr sz="12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6B7DF24-3BB9-4DC6-A067-2A7C35CBC9DF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9B3DDCC-A5AA-4FD1-B372-9424E989D2BC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20880732" y="1729128"/>
            <a:ext cx="6480519" cy="36861919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1439175" y="1729128"/>
            <a:ext cx="19238379" cy="36861919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A33422-2CED-4084-A0A2-878BA7696C06}" type="slidenum">
              <a:rPr lang="pt-BR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439175" y="1729128"/>
            <a:ext cx="25922076" cy="72001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439175" y="10080573"/>
            <a:ext cx="25922076" cy="28510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439175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9839300" y="39340264"/>
            <a:ext cx="9121828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6266">
                <a:latin typeface="Arial" charset="0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0639458" y="39340264"/>
            <a:ext cx="6721792" cy="30011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308610" tIns="154305" rIns="308610" bIns="154305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6266"/>
            </a:lvl1pPr>
          </a:lstStyle>
          <a:p>
            <a:fld id="{9D20D27F-DE98-4825-9B81-BD19507AA243}" type="slidenum">
              <a:rPr lang="pt-BR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+mj-lt"/>
          <a:ea typeface="+mj-ea"/>
          <a:cs typeface="+mj-cs"/>
        </a:defRPr>
      </a:lvl1pPr>
      <a:lvl2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2pPr>
      <a:lvl3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3pPr>
      <a:lvl4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4pPr>
      <a:lvl5pPr algn="ctr" defTabSz="4114389" rtl="0" eaLnBrk="0" fontAlgn="base" hangingPunct="0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5pPr>
      <a:lvl6pPr marL="609539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6pPr>
      <a:lvl7pPr marL="1219078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7pPr>
      <a:lvl8pPr marL="1828617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8pPr>
      <a:lvl9pPr marL="2438156" algn="ctr" defTabSz="4114389" rtl="0" fontAlgn="base">
        <a:spcBef>
          <a:spcPct val="0"/>
        </a:spcBef>
        <a:spcAft>
          <a:spcPct val="0"/>
        </a:spcAft>
        <a:defRPr sz="19865">
          <a:solidFill>
            <a:schemeClr val="tx2"/>
          </a:solidFill>
          <a:latin typeface="Arial" charset="0"/>
        </a:defRPr>
      </a:lvl9pPr>
    </p:titleStyle>
    <p:bodyStyle>
      <a:lvl1pPr marL="1542896" indent="-1542896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4399">
          <a:solidFill>
            <a:schemeClr val="tx1"/>
          </a:solidFill>
          <a:latin typeface="+mn-lt"/>
          <a:ea typeface="+mn-ea"/>
          <a:cs typeface="+mn-cs"/>
        </a:defRPr>
      </a:lvl1pPr>
      <a:lvl2pPr marL="3343999" indent="-1286805" algn="l" defTabSz="4114389" rtl="0" eaLnBrk="0" fontAlgn="base" hangingPunct="0">
        <a:spcBef>
          <a:spcPct val="20000"/>
        </a:spcBef>
        <a:spcAft>
          <a:spcPct val="0"/>
        </a:spcAft>
        <a:buChar char="–"/>
        <a:defRPr sz="12665">
          <a:solidFill>
            <a:schemeClr val="tx1"/>
          </a:solidFill>
          <a:latin typeface="+mn-lt"/>
        </a:defRPr>
      </a:lvl2pPr>
      <a:lvl3pPr marL="5142986" indent="-1028597" algn="l" defTabSz="4114389" rtl="0" eaLnBrk="0" fontAlgn="base" hangingPunct="0">
        <a:spcBef>
          <a:spcPct val="20000"/>
        </a:spcBef>
        <a:spcAft>
          <a:spcPct val="0"/>
        </a:spcAft>
        <a:buChar char="•"/>
        <a:defRPr sz="10799">
          <a:solidFill>
            <a:schemeClr val="tx1"/>
          </a:solidFill>
          <a:latin typeface="+mn-lt"/>
        </a:defRPr>
      </a:lvl3pPr>
      <a:lvl4pPr marL="7200180" indent="-1028597" algn="l" defTabSz="4114389" rtl="0" eaLnBrk="0" fontAlgn="base" hangingPunct="0">
        <a:spcBef>
          <a:spcPct val="20000"/>
        </a:spcBef>
        <a:spcAft>
          <a:spcPct val="0"/>
        </a:spcAft>
        <a:buChar char="–"/>
        <a:defRPr sz="9066">
          <a:solidFill>
            <a:schemeClr val="tx1"/>
          </a:solidFill>
          <a:latin typeface="+mn-lt"/>
        </a:defRPr>
      </a:lvl4pPr>
      <a:lvl5pPr marL="9257374" indent="-1028597" algn="l" defTabSz="4114389" rtl="0" eaLnBrk="0" fontAlgn="base" hangingPunct="0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5pPr>
      <a:lvl6pPr marL="9866913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6pPr>
      <a:lvl7pPr marL="10476452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7pPr>
      <a:lvl8pPr marL="11085991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8pPr>
      <a:lvl9pPr marL="11695530" indent="-1028597" algn="l" defTabSz="4114389" rtl="0" fontAlgn="base">
        <a:spcBef>
          <a:spcPct val="20000"/>
        </a:spcBef>
        <a:spcAft>
          <a:spcPct val="0"/>
        </a:spcAft>
        <a:buChar char="»"/>
        <a:defRPr sz="9066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jpg"/><Relationship Id="rId1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g"/><Relationship Id="rId17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jp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F65B9183-D015-4EDA-BC8C-5077C4505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45" y="21295"/>
            <a:ext cx="28774944" cy="43179343"/>
          </a:xfrm>
          <a:prstGeom prst="rect">
            <a:avLst/>
          </a:prstGeom>
        </p:spPr>
      </p:pic>
      <p:sp>
        <p:nvSpPr>
          <p:cNvPr id="4100" name="Rectangle 6"/>
          <p:cNvSpPr>
            <a:spLocks noChangeArrowheads="1"/>
          </p:cNvSpPr>
          <p:nvPr/>
        </p:nvSpPr>
        <p:spPr bwMode="auto">
          <a:xfrm>
            <a:off x="-36734" y="2703684"/>
            <a:ext cx="28800425" cy="6667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 algn="ctr" eaLnBrk="1" hangingPunct="1"/>
            <a:r>
              <a:rPr lang="pt-BR" sz="3733" b="1" dirty="0">
                <a:ea typeface="ＭＳ Ｐゴシック" pitchFamily="34" charset="-128"/>
                <a:cs typeface="Times New Roman" pitchFamily="18" charset="0"/>
              </a:rPr>
              <a:t> Alunos: Enzo Ribeiro; Rikelmy Anacleto; Lucas Camargo; Matheus Andreo.</a:t>
            </a:r>
          </a:p>
        </p:txBody>
      </p:sp>
      <p:sp>
        <p:nvSpPr>
          <p:cNvPr id="4102" name="TextBox 8"/>
          <p:cNvSpPr txBox="1">
            <a:spLocks noChangeArrowheads="1"/>
          </p:cNvSpPr>
          <p:nvPr/>
        </p:nvSpPr>
        <p:spPr bwMode="auto">
          <a:xfrm>
            <a:off x="690522" y="4992304"/>
            <a:ext cx="1328485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Sobre a equipe</a:t>
            </a:r>
          </a:p>
        </p:txBody>
      </p:sp>
      <p:sp>
        <p:nvSpPr>
          <p:cNvPr id="4104" name="Rectangle 13"/>
          <p:cNvSpPr>
            <a:spLocks noChangeArrowheads="1"/>
          </p:cNvSpPr>
          <p:nvPr/>
        </p:nvSpPr>
        <p:spPr bwMode="auto">
          <a:xfrm>
            <a:off x="0" y="-669350"/>
            <a:ext cx="184731" cy="1338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144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126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108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5pPr>
            <a:lvl6pPr marL="25146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6pPr>
            <a:lvl7pPr marL="29718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7pPr>
            <a:lvl8pPr marL="34290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8pPr>
            <a:lvl9pPr marL="3886200" indent="-228600" defTabSz="41148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9000">
                <a:solidFill>
                  <a:schemeClr val="tx1"/>
                </a:solidFill>
                <a:latin typeface="Calibri" panose="020F050202020403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en-US" sz="8099">
              <a:latin typeface="Arial" panose="020B0604020202020204" pitchFamily="34" charset="0"/>
            </a:endParaRPr>
          </a:p>
        </p:txBody>
      </p:sp>
      <p:sp>
        <p:nvSpPr>
          <p:cNvPr id="410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33295" y="1091039"/>
            <a:ext cx="27924315" cy="2258359"/>
          </a:xfrm>
        </p:spPr>
        <p:txBody>
          <a:bodyPr/>
          <a:lstStyle/>
          <a:p>
            <a:pPr eaLnBrk="1" hangingPunct="1"/>
            <a:r>
              <a:rPr lang="pt-BR" sz="5866" b="1" dirty="0"/>
              <a:t>FrontLine</a:t>
            </a:r>
          </a:p>
        </p:txBody>
      </p:sp>
      <p:sp>
        <p:nvSpPr>
          <p:cNvPr id="4109" name="Rectangle 14"/>
          <p:cNvSpPr>
            <a:spLocks noChangeArrowheads="1"/>
          </p:cNvSpPr>
          <p:nvPr/>
        </p:nvSpPr>
        <p:spPr bwMode="auto">
          <a:xfrm>
            <a:off x="1540883" y="288300"/>
            <a:ext cx="25809904" cy="16190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411435" tIns="205717" rIns="411435" bIns="205717" anchor="ctr"/>
          <a:lstStyle/>
          <a:p>
            <a:pPr algn="ctr" eaLnBrk="1" hangingPunct="1"/>
            <a:r>
              <a:rPr lang="pt-BR" sz="7999" b="1" dirty="0">
                <a:solidFill>
                  <a:schemeClr val="bg1"/>
                </a:solidFill>
              </a:rPr>
              <a:t>Semana de Tecnologia FECAP 2025</a:t>
            </a:r>
          </a:p>
        </p:txBody>
      </p:sp>
      <p:sp>
        <p:nvSpPr>
          <p:cNvPr id="4" name="TextBox 8">
            <a:extLst>
              <a:ext uri="{FF2B5EF4-FFF2-40B4-BE49-F238E27FC236}">
                <a16:creationId xmlns:a16="http://schemas.microsoft.com/office/drawing/2014/main" id="{6D4C09D9-51BE-953B-669D-23F72BD2F1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53154" y="4992305"/>
            <a:ext cx="13284851" cy="45241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Problema a ser tratado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400" dirty="0"/>
              <a:t>  O Instituto Alma realizava diversas ações solidárias e projetos sociais, porém não possuía um site para divulgar suas atividades, facilitar doações ou manter transparência com a comunidade. A ausência de uma plataforma digital dificultava a comunicação, o alcance de novos apoiadores e o registro organizado das iniciativas do Instituto. Sem um canal centralizado, muitas informações sobre eventos e campanhas eram dispersas ou de difícil acesso, limitando o engajamento e a participação da comunidade. Além disso, a falta de visibilidade online impedia que o Instituto ampliasse seu impacto e fortalecesse sua rede de voluntários e parceiros.</a:t>
            </a:r>
            <a:endParaRPr lang="pt-BR" sz="2666" dirty="0"/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2666" dirty="0"/>
              <a:t>	</a:t>
            </a:r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C1758913-C53F-99C8-A545-3D8DE7E0E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34849791"/>
            <a:ext cx="13318910" cy="417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Solução proposta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  <a:r>
              <a:rPr lang="pt-BR" sz="2400" dirty="0"/>
              <a:t>  Para resolver o problema da ausência de presença digital do Instituto Alma, desenvolvemos um site completo e funcional. A plataforma apresenta informações sobre o Instituto, incluindo missão, visão e histórico, além de divulgar suas atividades e eventos sociais. Possui uma área dedicada a doações, garantindo transparência e facilidade para os contribuintes, e um canal de ouvidoria para receber sugestões e feedbacks da comunidade. Também conta com uma área administrativa, permitindo o gerenciamento eficiente de conteúdos, eventos e doações. Com essa solução, o Instituto Alma passa a integrar comunicação, gestão e engajamento em uma única plataforma, ampliando seu alcance e fortalecendo sua presença digital.</a:t>
            </a:r>
            <a:endParaRPr lang="pt-BR" sz="2666"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A584AD84-C68C-68B6-E7C1-1D0E2FA735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740" y="3056747"/>
            <a:ext cx="29592614" cy="13551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411435" tIns="205717" rIns="411435" bIns="205717" numCol="1" anchor="ctr" anchorCtr="0" compatLnSpc="1">
            <a:prstTxWarp prst="textNoShape">
              <a:avLst/>
            </a:prstTxWarp>
          </a:bodyPr>
          <a:lstStyle>
            <a:lvl1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2pPr>
            <a:lvl3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3pPr>
            <a:lvl4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4pPr>
            <a:lvl5pPr algn="ctr" defTabSz="3086100" rtl="0" eaLnBrk="0" fontAlgn="base" hangingPunct="0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5pPr>
            <a:lvl6pPr marL="4572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6pPr>
            <a:lvl7pPr marL="9144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7pPr>
            <a:lvl8pPr marL="13716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8pPr>
            <a:lvl9pPr marL="1828800" algn="ctr" defTabSz="3086100" rtl="0" fontAlgn="base">
              <a:spcBef>
                <a:spcPct val="0"/>
              </a:spcBef>
              <a:spcAft>
                <a:spcPct val="0"/>
              </a:spcAft>
              <a:defRPr sz="14900">
                <a:solidFill>
                  <a:schemeClr val="tx2"/>
                </a:solidFill>
                <a:latin typeface="Arial" charset="0"/>
              </a:defRPr>
            </a:lvl9pPr>
          </a:lstStyle>
          <a:p>
            <a:pPr eaLnBrk="1" hangingPunct="1"/>
            <a:r>
              <a:rPr lang="pt-BR" sz="2666" b="1" kern="0" dirty="0"/>
              <a:t>Professores: Francisco Escobar; Victor Rosseti Eduardo Savino; Ronaldo Araujo; José Carlos Buesso.</a:t>
            </a:r>
            <a:endParaRPr lang="pt-BR" sz="5866" b="1" kern="0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19C662-D68A-6035-2E4C-978100FAE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46784" y="34849791"/>
            <a:ext cx="13318910" cy="3067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3600" b="1" dirty="0">
                <a:ea typeface="ＭＳ Ｐゴシック" pitchFamily="34" charset="-128"/>
              </a:rPr>
              <a:t>Futuro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  </a:t>
            </a:r>
            <a:r>
              <a:rPr lang="pt-BR" sz="2400" dirty="0"/>
              <a:t>O próximo passo é manter o site ativo para uso real do Instituto e, com isso, monitorar métricas para melhorias contínuas, baseadas no feedback dos usuários. Pretendemos integrar campanhas entre o site e as redes sociais para ampliar o alcance e engajamento. A evolução do projeto inclui aprimorar a acessibilidade e tornar a plataforma mais inclusiva. A continuidade do site permitirá ampliar o impacto social do Instituto e fortalecer sua conexão com a comunidade.</a:t>
            </a:r>
            <a:endParaRPr lang="pt-BR" sz="2666" dirty="0"/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22108886-71AE-7425-406A-CC03C41D86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95958" y="10999627"/>
            <a:ext cx="12868819" cy="15694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ctr" defTabSz="1678349" eaLnBrk="1" hangingPunct="1"/>
            <a:r>
              <a:rPr lang="pt-BR" sz="5866" b="1" dirty="0">
                <a:ea typeface="ＭＳ Ｐゴシック" pitchFamily="34" charset="-128"/>
              </a:rPr>
              <a:t>Imagens e ferramentas do Projeto</a:t>
            </a:r>
          </a:p>
          <a:p>
            <a:pPr algn="just" defTabSz="1678349" eaLnBrk="1" hangingPunct="1">
              <a:spcAft>
                <a:spcPts val="1200"/>
              </a:spcAft>
            </a:pPr>
            <a:r>
              <a:rPr lang="pt-BR" sz="3733" dirty="0"/>
              <a:t> </a:t>
            </a:r>
            <a:r>
              <a:rPr lang="pt-BR" sz="2666" dirty="0"/>
              <a:t>	</a:t>
            </a:r>
          </a:p>
        </p:txBody>
      </p:sp>
      <p:pic>
        <p:nvPicPr>
          <p:cNvPr id="5" name="Imagem 4" descr="Uma imagem contendo óculos&#10;&#10;O conteúdo gerado por IA pode estar incorreto.">
            <a:extLst>
              <a:ext uri="{FF2B5EF4-FFF2-40B4-BE49-F238E27FC236}">
                <a16:creationId xmlns:a16="http://schemas.microsoft.com/office/drawing/2014/main" id="{C56C1960-665E-2EB7-EDC1-1EBC9CE69C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52" y="40356014"/>
            <a:ext cx="3095947" cy="3115297"/>
          </a:xfrm>
          <a:prstGeom prst="rect">
            <a:avLst/>
          </a:prstGeom>
        </p:spPr>
      </p:pic>
      <p:pic>
        <p:nvPicPr>
          <p:cNvPr id="10" name="Imagem 9" descr="Uma imagem contendo óculos, caneca&#10;&#10;O conteúdo gerado por IA pode estar incorreto.">
            <a:extLst>
              <a:ext uri="{FF2B5EF4-FFF2-40B4-BE49-F238E27FC236}">
                <a16:creationId xmlns:a16="http://schemas.microsoft.com/office/drawing/2014/main" id="{55769E50-5B5D-08C0-E78D-9BA4C95476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01752" y="40382747"/>
            <a:ext cx="3095945" cy="3105591"/>
          </a:xfrm>
          <a:prstGeom prst="rect">
            <a:avLst/>
          </a:prstGeom>
        </p:spPr>
      </p:pic>
      <p:pic>
        <p:nvPicPr>
          <p:cNvPr id="11" name="Imagem 10" descr="Logotipo&#10;&#10;O conteúdo gerado por IA pode estar incorreto.">
            <a:extLst>
              <a:ext uri="{FF2B5EF4-FFF2-40B4-BE49-F238E27FC236}">
                <a16:creationId xmlns:a16="http://schemas.microsoft.com/office/drawing/2014/main" id="{C36539B3-03B4-9E15-C22B-94F5A2E54A4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71757" y="16432298"/>
            <a:ext cx="2651482" cy="1369821"/>
          </a:xfrm>
          <a:prstGeom prst="rect">
            <a:avLst/>
          </a:prstGeom>
        </p:spPr>
      </p:pic>
      <p:pic>
        <p:nvPicPr>
          <p:cNvPr id="12" name="Imagem 11" descr="Logotipo, Ícone&#10;&#10;O conteúdo gerado por IA pode estar incorreto.">
            <a:extLst>
              <a:ext uri="{FF2B5EF4-FFF2-40B4-BE49-F238E27FC236}">
                <a16:creationId xmlns:a16="http://schemas.microsoft.com/office/drawing/2014/main" id="{F265727C-35EA-9DFA-0973-7707DC71EAE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1768" y="12783152"/>
            <a:ext cx="2390002" cy="2390002"/>
          </a:xfrm>
          <a:prstGeom prst="rect">
            <a:avLst/>
          </a:prstGeom>
        </p:spPr>
      </p:pic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004D8512-6DEA-0B0B-63E3-A7017472BD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03683" y="12741840"/>
            <a:ext cx="1678276" cy="2369168"/>
          </a:xfrm>
          <a:prstGeom prst="rect">
            <a:avLst/>
          </a:prstGeom>
        </p:spPr>
      </p:pic>
      <p:pic>
        <p:nvPicPr>
          <p:cNvPr id="14" name="Imagem 13" descr="Ícone&#10;&#10;O conteúdo gerado por IA pode estar incorreto.">
            <a:extLst>
              <a:ext uri="{FF2B5EF4-FFF2-40B4-BE49-F238E27FC236}">
                <a16:creationId xmlns:a16="http://schemas.microsoft.com/office/drawing/2014/main" id="{BE7B6F3C-F476-EDA2-311E-8DA8C3BBBA1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51746" y="16330480"/>
            <a:ext cx="1969985" cy="1969985"/>
          </a:xfrm>
          <a:prstGeom prst="rect">
            <a:avLst/>
          </a:prstGeom>
        </p:spPr>
      </p:pic>
      <p:pic>
        <p:nvPicPr>
          <p:cNvPr id="15" name="Imagem 14" descr="Uma imagem contendo Ícone&#10;&#10;O conteúdo gerado por IA pode estar incorreto.">
            <a:extLst>
              <a:ext uri="{FF2B5EF4-FFF2-40B4-BE49-F238E27FC236}">
                <a16:creationId xmlns:a16="http://schemas.microsoft.com/office/drawing/2014/main" id="{31366770-2457-D40F-603F-BB4428389EC6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0766" y="16406248"/>
            <a:ext cx="2252785" cy="1689588"/>
          </a:xfrm>
          <a:prstGeom prst="rect">
            <a:avLst/>
          </a:prstGeom>
        </p:spPr>
      </p:pic>
      <p:pic>
        <p:nvPicPr>
          <p:cNvPr id="17" name="Imagem 16" descr="Logotipo&#10;&#10;O conteúdo gerado por IA pode estar incorreto.">
            <a:extLst>
              <a:ext uri="{FF2B5EF4-FFF2-40B4-BE49-F238E27FC236}">
                <a16:creationId xmlns:a16="http://schemas.microsoft.com/office/drawing/2014/main" id="{BF4471B5-57EB-4844-928D-DCF9ED7AF6F5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3872" y="13246767"/>
            <a:ext cx="1567253" cy="1567253"/>
          </a:xfrm>
          <a:prstGeom prst="rect">
            <a:avLst/>
          </a:prstGeom>
        </p:spPr>
      </p:pic>
      <p:pic>
        <p:nvPicPr>
          <p:cNvPr id="9" name="Imagem 8" descr="Homem de barba posando para foto&#10;&#10;O conteúdo gerado por IA pode estar incorreto.">
            <a:extLst>
              <a:ext uri="{FF2B5EF4-FFF2-40B4-BE49-F238E27FC236}">
                <a16:creationId xmlns:a16="http://schemas.microsoft.com/office/drawing/2014/main" id="{2F5633EE-875C-27FB-36D6-D707B396578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95" y="5766540"/>
            <a:ext cx="2130987" cy="2130987"/>
          </a:xfrm>
          <a:prstGeom prst="rect">
            <a:avLst/>
          </a:prstGeom>
        </p:spPr>
      </p:pic>
      <p:pic>
        <p:nvPicPr>
          <p:cNvPr id="20" name="Imagem 19" descr="Homem tirando foto de si mesmo em frente ao espelho&#10;&#10;O conteúdo gerado por IA pode estar incorreto.">
            <a:extLst>
              <a:ext uri="{FF2B5EF4-FFF2-40B4-BE49-F238E27FC236}">
                <a16:creationId xmlns:a16="http://schemas.microsoft.com/office/drawing/2014/main" id="{91AD46E0-7E4A-4BF4-4C3A-8FC981CEA3A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0811" y="5797460"/>
            <a:ext cx="2130986" cy="2130986"/>
          </a:xfrm>
          <a:prstGeom prst="rect">
            <a:avLst/>
          </a:prstGeom>
        </p:spPr>
      </p:pic>
      <p:pic>
        <p:nvPicPr>
          <p:cNvPr id="23" name="Imagem 22" descr="Pessoa de cabelo curto sorrindo&#10;&#10;O conteúdo gerado por IA pode estar incorreto.">
            <a:extLst>
              <a:ext uri="{FF2B5EF4-FFF2-40B4-BE49-F238E27FC236}">
                <a16:creationId xmlns:a16="http://schemas.microsoft.com/office/drawing/2014/main" id="{477B4CEF-8B65-BD40-07B4-86CACCB920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0782" y="5805714"/>
            <a:ext cx="2130986" cy="2130986"/>
          </a:xfrm>
          <a:prstGeom prst="rect">
            <a:avLst/>
          </a:prstGeom>
        </p:spPr>
      </p:pic>
      <p:pic>
        <p:nvPicPr>
          <p:cNvPr id="25" name="Imagem 24" descr="Homem de camisa preta&#10;&#10;O conteúdo gerado por IA pode estar incorreto.">
            <a:extLst>
              <a:ext uri="{FF2B5EF4-FFF2-40B4-BE49-F238E27FC236}">
                <a16:creationId xmlns:a16="http://schemas.microsoft.com/office/drawing/2014/main" id="{B1787FF8-F3B8-5016-2E54-1D9A2AFE82A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9342" y="5797460"/>
            <a:ext cx="2129339" cy="2129339"/>
          </a:xfrm>
          <a:prstGeom prst="rect">
            <a:avLst/>
          </a:prstGeom>
        </p:spPr>
      </p:pic>
      <p:sp>
        <p:nvSpPr>
          <p:cNvPr id="27" name="CaixaDeTexto 26">
            <a:extLst>
              <a:ext uri="{FF2B5EF4-FFF2-40B4-BE49-F238E27FC236}">
                <a16:creationId xmlns:a16="http://schemas.microsoft.com/office/drawing/2014/main" id="{F9DE6C96-A6AC-EE22-5AB3-2A0A39CD0BF5}"/>
              </a:ext>
            </a:extLst>
          </p:cNvPr>
          <p:cNvSpPr txBox="1"/>
          <p:nvPr/>
        </p:nvSpPr>
        <p:spPr>
          <a:xfrm>
            <a:off x="827369" y="8155494"/>
            <a:ext cx="2596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Enzo Ribeiro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4EFC1E5D-2DD7-D82A-7F8A-A7903761A934}"/>
              </a:ext>
            </a:extLst>
          </p:cNvPr>
          <p:cNvSpPr txBox="1"/>
          <p:nvPr/>
        </p:nvSpPr>
        <p:spPr>
          <a:xfrm>
            <a:off x="3424020" y="8155495"/>
            <a:ext cx="2596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Rikelmy Anacleto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1FD3AF51-EADC-FC07-52DA-E72DACA275EA}"/>
              </a:ext>
            </a:extLst>
          </p:cNvPr>
          <p:cNvSpPr txBox="1"/>
          <p:nvPr/>
        </p:nvSpPr>
        <p:spPr>
          <a:xfrm>
            <a:off x="6412486" y="8155538"/>
            <a:ext cx="2596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Matheus Andreo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D0724BD-1D7D-34F2-0E2E-AAB0D51D3A3D}"/>
              </a:ext>
            </a:extLst>
          </p:cNvPr>
          <p:cNvSpPr txBox="1"/>
          <p:nvPr/>
        </p:nvSpPr>
        <p:spPr>
          <a:xfrm>
            <a:off x="9296179" y="8155496"/>
            <a:ext cx="2596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/>
              <a:t>Lucas Camargo</a:t>
            </a:r>
          </a:p>
        </p:txBody>
      </p:sp>
      <p:sp>
        <p:nvSpPr>
          <p:cNvPr id="35" name="TextBox 8">
            <a:extLst>
              <a:ext uri="{FF2B5EF4-FFF2-40B4-BE49-F238E27FC236}">
                <a16:creationId xmlns:a16="http://schemas.microsoft.com/office/drawing/2014/main" id="{833FE777-126C-65F4-4FBD-F2F4E06331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0353" y="8987834"/>
            <a:ext cx="1328485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algn="just" defTabSz="1678349" eaLnBrk="1" hangingPunct="1"/>
            <a:r>
              <a:rPr lang="pt-BR" sz="2400" dirty="0"/>
              <a:t>Todo o projeto foi desenvolvido de forma colaborativa, com cada membro da equipe contribuindo igualmente em todas as etapas, garantindo que o resultado final fosse fruto do esforço conjunto.</a:t>
            </a:r>
            <a:endParaRPr lang="pt-BR" sz="2400" dirty="0">
              <a:ea typeface="ＭＳ Ｐゴシック" pitchFamily="34" charset="-128"/>
            </a:endParaRPr>
          </a:p>
        </p:txBody>
      </p:sp>
      <p:pic>
        <p:nvPicPr>
          <p:cNvPr id="39" name="Imagem 38" descr="Interface gráfica do usuário, Site&#10;&#10;O conteúdo gerado por IA pode estar incorreto.">
            <a:extLst>
              <a:ext uri="{FF2B5EF4-FFF2-40B4-BE49-F238E27FC236}">
                <a16:creationId xmlns:a16="http://schemas.microsoft.com/office/drawing/2014/main" id="{47EC7B2E-1438-6CA5-CD4E-2C1A1D0E8A4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4363" y="19379889"/>
            <a:ext cx="10530618" cy="5021788"/>
          </a:xfrm>
          <a:prstGeom prst="rect">
            <a:avLst/>
          </a:prstGeom>
        </p:spPr>
      </p:pic>
      <p:pic>
        <p:nvPicPr>
          <p:cNvPr id="41" name="Imagem 40" descr="Interface gráfica do usuário, Site&#10;&#10;O conteúdo gerado por IA pode estar incorreto.">
            <a:extLst>
              <a:ext uri="{FF2B5EF4-FFF2-40B4-BE49-F238E27FC236}">
                <a16:creationId xmlns:a16="http://schemas.microsoft.com/office/drawing/2014/main" id="{34C11D19-B776-08FA-8D71-EC325ABF08D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8324" y="26238427"/>
            <a:ext cx="10058400" cy="7677150"/>
          </a:xfrm>
          <a:prstGeom prst="rect">
            <a:avLst/>
          </a:prstGeom>
        </p:spPr>
      </p:pic>
      <p:pic>
        <p:nvPicPr>
          <p:cNvPr id="43" name="Imagem 42" descr="Uma imagem contendo Logotipo&#10;&#10;O conteúdo gerado por IA pode estar incorreto.">
            <a:extLst>
              <a:ext uri="{FF2B5EF4-FFF2-40B4-BE49-F238E27FC236}">
                <a16:creationId xmlns:a16="http://schemas.microsoft.com/office/drawing/2014/main" id="{89F40BDF-BBD6-AB2A-4AFA-121BD687834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4811" y="19501574"/>
            <a:ext cx="7545426" cy="4950440"/>
          </a:xfrm>
          <a:prstGeom prst="rect">
            <a:avLst/>
          </a:prstGeom>
        </p:spPr>
      </p:pic>
      <p:pic>
        <p:nvPicPr>
          <p:cNvPr id="45" name="Imagem 44" descr="Logotipo&#10;&#10;O conteúdo gerado por IA pode estar incorreto.">
            <a:extLst>
              <a:ext uri="{FF2B5EF4-FFF2-40B4-BE49-F238E27FC236}">
                <a16:creationId xmlns:a16="http://schemas.microsoft.com/office/drawing/2014/main" id="{3A7CD76A-527F-6733-744A-F5AB970881FC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6605" y="26246602"/>
            <a:ext cx="9012346" cy="640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94372"/>
      </p:ext>
    </p:extLst>
  </p:cSld>
  <p:clrMapOvr>
    <a:masterClrMapping/>
  </p:clrMapOvr>
</p:sld>
</file>

<file path=ppt/theme/theme1.xml><?xml version="1.0" encoding="utf-8"?>
<a:theme xmlns:a="http://schemas.openxmlformats.org/drawingml/2006/main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sign padrã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30861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6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esign padrão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sign padrão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sign padrão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ca2a57e-8138-4b57-956a-eb6e2c7049cc">
      <Terms xmlns="http://schemas.microsoft.com/office/infopath/2007/PartnerControls"/>
    </lcf76f155ced4ddcb4097134ff3c332f>
    <TaxCatchAll xmlns="1d2798d9-1030-4cc5-be7b-200f9e628651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5364877AF745B4281652B53F43C594A" ma:contentTypeVersion="15" ma:contentTypeDescription="Crie um novo documento." ma:contentTypeScope="" ma:versionID="440a6fbbcbce65e3f8e2bed610644788">
  <xsd:schema xmlns:xsd="http://www.w3.org/2001/XMLSchema" xmlns:xs="http://www.w3.org/2001/XMLSchema" xmlns:p="http://schemas.microsoft.com/office/2006/metadata/properties" xmlns:ns2="1d2798d9-1030-4cc5-be7b-200f9e628651" xmlns:ns3="8ca2a57e-8138-4b57-956a-eb6e2c7049cc" targetNamespace="http://schemas.microsoft.com/office/2006/metadata/properties" ma:root="true" ma:fieldsID="3ff20d9b6411658b7762fa2c08d7e1af" ns2:_="" ns3:_="">
    <xsd:import namespace="1d2798d9-1030-4cc5-be7b-200f9e628651"/>
    <xsd:import namespace="8ca2a57e-8138-4b57-956a-eb6e2c7049c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2798d9-1030-4cc5-be7b-200f9e62865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e2adbafb-c224-4d2e-8ca4-b5c3cc77204d}" ma:internalName="TaxCatchAll" ma:showField="CatchAllData" ma:web="1d2798d9-1030-4cc5-be7b-200f9e62865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a2a57e-8138-4b57-956a-eb6e2c7049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aeda4b81-a95b-4c43-add2-24b94db42d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C580D08-C850-4D98-9BB0-6190D1509D8A}">
  <ds:schemaRefs>
    <ds:schemaRef ds:uri="http://www.w3.org/XML/1998/namespace"/>
    <ds:schemaRef ds:uri="1d2798d9-1030-4cc5-be7b-200f9e628651"/>
    <ds:schemaRef ds:uri="http://purl.org/dc/elements/1.1/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8ca2a57e-8138-4b57-956a-eb6e2c7049cc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20511531-72C6-41EA-909D-35A50B0891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0583F25-0BD0-426F-9D18-6079E5A027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d2798d9-1030-4cc5-be7b-200f9e628651"/>
    <ds:schemaRef ds:uri="8ca2a57e-8138-4b57-956a-eb6e2c7049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703</TotalTime>
  <Words>413</Words>
  <Application>Microsoft Office PowerPoint</Application>
  <PresentationFormat>Personalizar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ＭＳ Ｐゴシック</vt:lpstr>
      <vt:lpstr>Arial</vt:lpstr>
      <vt:lpstr>Calibri</vt:lpstr>
      <vt:lpstr>Design padrão</vt:lpstr>
      <vt:lpstr>FrontLine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Jr</dc:creator>
  <cp:lastModifiedBy>Enzo Ribeiro</cp:lastModifiedBy>
  <cp:revision>49</cp:revision>
  <dcterms:created xsi:type="dcterms:W3CDTF">2006-11-04T15:46:42Z</dcterms:created>
  <dcterms:modified xsi:type="dcterms:W3CDTF">2025-11-03T18:17:32Z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</Properties>
</file>